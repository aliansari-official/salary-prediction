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5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6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7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8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9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20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1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2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3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4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5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1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4" r:id="rId8"/>
    <p:sldId id="263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6" r:id="rId29"/>
    <p:sldId id="287" r:id="rId30"/>
    <p:sldId id="288" r:id="rId31"/>
    <p:sldId id="290" r:id="rId32"/>
    <p:sldId id="289" r:id="rId33"/>
    <p:sldId id="291" r:id="rId34"/>
    <p:sldId id="292" r:id="rId35"/>
    <p:sldId id="296" r:id="rId36"/>
    <p:sldId id="297" r:id="rId37"/>
    <p:sldId id="293" r:id="rId38"/>
    <p:sldId id="298" r:id="rId39"/>
    <p:sldId id="300" r:id="rId40"/>
    <p:sldId id="294" r:id="rId41"/>
    <p:sldId id="301" r:id="rId42"/>
    <p:sldId id="295" r:id="rId43"/>
    <p:sldId id="302" r:id="rId44"/>
    <p:sldId id="303" r:id="rId45"/>
    <p:sldId id="304" r:id="rId46"/>
    <p:sldId id="305" r:id="rId47"/>
    <p:sldId id="306" r:id="rId48"/>
    <p:sldId id="307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86" d="100"/>
          <a:sy n="86" d="100"/>
        </p:scale>
        <p:origin x="8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43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9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E0991B-C28C-485D-B5B2-450F3F275D0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4AA6A6-31D1-43FC-86C9-149D28786E74}">
      <dgm:prSet phldrT="[Text]" custT="1"/>
      <dgm:spPr/>
      <dgm:t>
        <a:bodyPr/>
        <a:lstStyle/>
        <a:p>
          <a:r>
            <a:rPr lang="fa-IR" sz="2200" b="1" dirty="0">
              <a:cs typeface="B Titr" panose="00000700000000000000" pitchFamily="2" charset="-78"/>
            </a:rPr>
            <a:t>متغیرهای کمی دیتاست</a:t>
          </a:r>
          <a:endParaRPr lang="en-US" sz="2200" b="1" dirty="0">
            <a:cs typeface="B Titr" panose="00000700000000000000" pitchFamily="2" charset="-78"/>
          </a:endParaRPr>
        </a:p>
      </dgm:t>
    </dgm:pt>
    <dgm:pt modelId="{9FBFF534-FDD1-485E-BC7B-5C7E0EA2EA00}" type="parTrans" cxnId="{9F77BC73-F01B-47A5-8465-67D4A11973FD}">
      <dgm:prSet/>
      <dgm:spPr/>
      <dgm:t>
        <a:bodyPr/>
        <a:lstStyle/>
        <a:p>
          <a:endParaRPr lang="en-US"/>
        </a:p>
      </dgm:t>
    </dgm:pt>
    <dgm:pt modelId="{2595B2A2-9F87-4DB8-B32A-393DE7F37547}" type="sibTrans" cxnId="{9F77BC73-F01B-47A5-8465-67D4A11973FD}">
      <dgm:prSet/>
      <dgm:spPr/>
      <dgm:t>
        <a:bodyPr/>
        <a:lstStyle/>
        <a:p>
          <a:endParaRPr lang="en-US"/>
        </a:p>
      </dgm:t>
    </dgm:pt>
    <dgm:pt modelId="{0BD9573A-EABA-4255-9A7F-2C1F6F857422}">
      <dgm:prSet phldrT="[Text]"/>
      <dgm:spPr/>
      <dgm:t>
        <a:bodyPr/>
        <a:lstStyle/>
        <a:p>
          <a:pPr algn="just" rtl="0"/>
          <a:r>
            <a:rPr lang="en-US" dirty="0"/>
            <a:t>Age</a:t>
          </a:r>
        </a:p>
      </dgm:t>
    </dgm:pt>
    <dgm:pt modelId="{4F36DC88-203E-48C5-9776-66FF66F68128}" type="parTrans" cxnId="{1C98219A-243A-4DC9-A528-5F56F4ADCBE7}">
      <dgm:prSet/>
      <dgm:spPr/>
      <dgm:t>
        <a:bodyPr/>
        <a:lstStyle/>
        <a:p>
          <a:endParaRPr lang="en-US"/>
        </a:p>
      </dgm:t>
    </dgm:pt>
    <dgm:pt modelId="{E4F1E4D5-590B-44D7-8F77-5769488E7EE1}" type="sibTrans" cxnId="{1C98219A-243A-4DC9-A528-5F56F4ADCBE7}">
      <dgm:prSet/>
      <dgm:spPr/>
      <dgm:t>
        <a:bodyPr/>
        <a:lstStyle/>
        <a:p>
          <a:endParaRPr lang="en-US"/>
        </a:p>
      </dgm:t>
    </dgm:pt>
    <dgm:pt modelId="{E0658426-CAB1-40E8-B926-20FD97938CF8}">
      <dgm:prSet phldrT="[Text]"/>
      <dgm:spPr/>
      <dgm:t>
        <a:bodyPr/>
        <a:lstStyle/>
        <a:p>
          <a:pPr algn="just" rtl="0"/>
          <a:r>
            <a:rPr lang="en-US" dirty="0"/>
            <a:t>Educ</a:t>
          </a:r>
        </a:p>
      </dgm:t>
    </dgm:pt>
    <dgm:pt modelId="{78DBB8C0-204B-4750-9A84-73A5521492ED}" type="parTrans" cxnId="{2EE5FD8F-5D1A-4817-9597-DC5753BADE5F}">
      <dgm:prSet/>
      <dgm:spPr/>
      <dgm:t>
        <a:bodyPr/>
        <a:lstStyle/>
        <a:p>
          <a:endParaRPr lang="en-US"/>
        </a:p>
      </dgm:t>
    </dgm:pt>
    <dgm:pt modelId="{7AB363FD-4788-4058-A0EB-2135BEDD137E}" type="sibTrans" cxnId="{2EE5FD8F-5D1A-4817-9597-DC5753BADE5F}">
      <dgm:prSet/>
      <dgm:spPr/>
      <dgm:t>
        <a:bodyPr/>
        <a:lstStyle/>
        <a:p>
          <a:endParaRPr lang="en-US"/>
        </a:p>
      </dgm:t>
    </dgm:pt>
    <dgm:pt modelId="{C187E0C9-9156-4C03-946D-DF21CBC358DE}">
      <dgm:prSet phldrT="[Text]"/>
      <dgm:spPr/>
      <dgm:t>
        <a:bodyPr/>
        <a:lstStyle/>
        <a:p>
          <a:pPr algn="just" rtl="0"/>
          <a:r>
            <a:rPr lang="en-US" dirty="0"/>
            <a:t>Salary</a:t>
          </a:r>
        </a:p>
      </dgm:t>
    </dgm:pt>
    <dgm:pt modelId="{5B15E659-D032-434A-97EB-70F8D590CD1B}" type="parTrans" cxnId="{A6A9744E-84C7-4B7D-88E0-BF820B81E3F6}">
      <dgm:prSet/>
      <dgm:spPr/>
      <dgm:t>
        <a:bodyPr/>
        <a:lstStyle/>
        <a:p>
          <a:endParaRPr lang="en-US"/>
        </a:p>
      </dgm:t>
    </dgm:pt>
    <dgm:pt modelId="{0B5C93ED-E454-490F-BD38-5BE71DE8B999}" type="sibTrans" cxnId="{A6A9744E-84C7-4B7D-88E0-BF820B81E3F6}">
      <dgm:prSet/>
      <dgm:spPr/>
      <dgm:t>
        <a:bodyPr/>
        <a:lstStyle/>
        <a:p>
          <a:endParaRPr lang="en-US"/>
        </a:p>
      </dgm:t>
    </dgm:pt>
    <dgm:pt modelId="{0A2C35BF-57B3-4CC7-9C36-0F6B70E687E8}">
      <dgm:prSet phldrT="[Text]"/>
      <dgm:spPr/>
      <dgm:t>
        <a:bodyPr/>
        <a:lstStyle/>
        <a:p>
          <a:pPr algn="just" rtl="0"/>
          <a:r>
            <a:rPr lang="en-US" dirty="0"/>
            <a:t>Salbegin</a:t>
          </a:r>
        </a:p>
      </dgm:t>
    </dgm:pt>
    <dgm:pt modelId="{59F92E02-ECEB-4964-AF84-BB82F63246B8}" type="parTrans" cxnId="{B5A90323-E651-4575-9A5D-2CA9F54A0A64}">
      <dgm:prSet/>
      <dgm:spPr/>
      <dgm:t>
        <a:bodyPr/>
        <a:lstStyle/>
        <a:p>
          <a:endParaRPr lang="en-US"/>
        </a:p>
      </dgm:t>
    </dgm:pt>
    <dgm:pt modelId="{A1357CE3-339E-47CA-A949-2910ED2C15E8}" type="sibTrans" cxnId="{B5A90323-E651-4575-9A5D-2CA9F54A0A64}">
      <dgm:prSet/>
      <dgm:spPr/>
      <dgm:t>
        <a:bodyPr/>
        <a:lstStyle/>
        <a:p>
          <a:endParaRPr lang="en-US"/>
        </a:p>
      </dgm:t>
    </dgm:pt>
    <dgm:pt modelId="{93BF24E3-506A-4797-B1DA-928F84246ACF}">
      <dgm:prSet phldrT="[Text]"/>
      <dgm:spPr/>
      <dgm:t>
        <a:bodyPr/>
        <a:lstStyle/>
        <a:p>
          <a:pPr algn="just" rtl="0"/>
          <a:r>
            <a:rPr lang="en-US" dirty="0"/>
            <a:t>Jobtime</a:t>
          </a:r>
        </a:p>
      </dgm:t>
    </dgm:pt>
    <dgm:pt modelId="{E0F218FA-A707-4545-8684-AE6345B5493D}" type="parTrans" cxnId="{F27AA080-A731-4C31-A621-D72CED7BC5E9}">
      <dgm:prSet/>
      <dgm:spPr/>
      <dgm:t>
        <a:bodyPr/>
        <a:lstStyle/>
        <a:p>
          <a:endParaRPr lang="en-US"/>
        </a:p>
      </dgm:t>
    </dgm:pt>
    <dgm:pt modelId="{58F6A866-D631-4411-A526-AEE69F308CFF}" type="sibTrans" cxnId="{F27AA080-A731-4C31-A621-D72CED7BC5E9}">
      <dgm:prSet/>
      <dgm:spPr/>
      <dgm:t>
        <a:bodyPr/>
        <a:lstStyle/>
        <a:p>
          <a:endParaRPr lang="en-US"/>
        </a:p>
      </dgm:t>
    </dgm:pt>
    <dgm:pt modelId="{CABFF260-1AF8-4E7F-B7A7-030A1562A6A1}">
      <dgm:prSet phldrT="[Text]"/>
      <dgm:spPr/>
      <dgm:t>
        <a:bodyPr/>
        <a:lstStyle/>
        <a:p>
          <a:pPr algn="just" rtl="0"/>
          <a:r>
            <a:rPr lang="en-US" dirty="0"/>
            <a:t>Prevexp</a:t>
          </a:r>
        </a:p>
      </dgm:t>
    </dgm:pt>
    <dgm:pt modelId="{6BA161B2-4831-49AA-BB36-0D2CBDA0775F}" type="parTrans" cxnId="{2AD14FC5-C41E-437D-AC46-4729560777DF}">
      <dgm:prSet/>
      <dgm:spPr/>
      <dgm:t>
        <a:bodyPr/>
        <a:lstStyle/>
        <a:p>
          <a:endParaRPr lang="en-US"/>
        </a:p>
      </dgm:t>
    </dgm:pt>
    <dgm:pt modelId="{77EE1299-6699-43A0-A2F5-E9314A058556}" type="sibTrans" cxnId="{2AD14FC5-C41E-437D-AC46-4729560777DF}">
      <dgm:prSet/>
      <dgm:spPr/>
      <dgm:t>
        <a:bodyPr/>
        <a:lstStyle/>
        <a:p>
          <a:endParaRPr lang="en-US"/>
        </a:p>
      </dgm:t>
    </dgm:pt>
    <dgm:pt modelId="{E2B78E0F-028E-49B0-807F-48FA894FED26}" type="pres">
      <dgm:prSet presAssocID="{DBE0991B-C28C-485D-B5B2-450F3F275D03}" presName="Name0" presStyleCnt="0">
        <dgm:presLayoutVars>
          <dgm:dir/>
          <dgm:animLvl val="lvl"/>
          <dgm:resizeHandles val="exact"/>
        </dgm:presLayoutVars>
      </dgm:prSet>
      <dgm:spPr/>
    </dgm:pt>
    <dgm:pt modelId="{1C20B8BB-498F-4929-8779-630E19D9BD67}" type="pres">
      <dgm:prSet presAssocID="{1B4AA6A6-31D1-43FC-86C9-149D28786E74}" presName="composite" presStyleCnt="0"/>
      <dgm:spPr/>
    </dgm:pt>
    <dgm:pt modelId="{5B85A17A-F3FD-433B-94B2-E94F7C7A52B4}" type="pres">
      <dgm:prSet presAssocID="{1B4AA6A6-31D1-43FC-86C9-149D28786E74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DE85DA4A-334F-4AC5-9D83-FE9E3578AEAD}" type="pres">
      <dgm:prSet presAssocID="{1B4AA6A6-31D1-43FC-86C9-149D28786E74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325BD412-47C2-4BBB-9232-D848999DD7C7}" type="presOf" srcId="{CABFF260-1AF8-4E7F-B7A7-030A1562A6A1}" destId="{DE85DA4A-334F-4AC5-9D83-FE9E3578AEAD}" srcOrd="0" destOrd="5" presId="urn:microsoft.com/office/officeart/2005/8/layout/hList1"/>
    <dgm:cxn modelId="{B5A90323-E651-4575-9A5D-2CA9F54A0A64}" srcId="{1B4AA6A6-31D1-43FC-86C9-149D28786E74}" destId="{0A2C35BF-57B3-4CC7-9C36-0F6B70E687E8}" srcOrd="3" destOrd="0" parTransId="{59F92E02-ECEB-4964-AF84-BB82F63246B8}" sibTransId="{A1357CE3-339E-47CA-A949-2910ED2C15E8}"/>
    <dgm:cxn modelId="{1EE84130-E0B9-4317-897A-9425AF16117C}" type="presOf" srcId="{DBE0991B-C28C-485D-B5B2-450F3F275D03}" destId="{E2B78E0F-028E-49B0-807F-48FA894FED26}" srcOrd="0" destOrd="0" presId="urn:microsoft.com/office/officeart/2005/8/layout/hList1"/>
    <dgm:cxn modelId="{A6A9744E-84C7-4B7D-88E0-BF820B81E3F6}" srcId="{1B4AA6A6-31D1-43FC-86C9-149D28786E74}" destId="{C187E0C9-9156-4C03-946D-DF21CBC358DE}" srcOrd="2" destOrd="0" parTransId="{5B15E659-D032-434A-97EB-70F8D590CD1B}" sibTransId="{0B5C93ED-E454-490F-BD38-5BE71DE8B999}"/>
    <dgm:cxn modelId="{9F77BC73-F01B-47A5-8465-67D4A11973FD}" srcId="{DBE0991B-C28C-485D-B5B2-450F3F275D03}" destId="{1B4AA6A6-31D1-43FC-86C9-149D28786E74}" srcOrd="0" destOrd="0" parTransId="{9FBFF534-FDD1-485E-BC7B-5C7E0EA2EA00}" sibTransId="{2595B2A2-9F87-4DB8-B32A-393DE7F37547}"/>
    <dgm:cxn modelId="{F27AA080-A731-4C31-A621-D72CED7BC5E9}" srcId="{1B4AA6A6-31D1-43FC-86C9-149D28786E74}" destId="{93BF24E3-506A-4797-B1DA-928F84246ACF}" srcOrd="4" destOrd="0" parTransId="{E0F218FA-A707-4545-8684-AE6345B5493D}" sibTransId="{58F6A866-D631-4411-A526-AEE69F308CFF}"/>
    <dgm:cxn modelId="{2EE5FD8F-5D1A-4817-9597-DC5753BADE5F}" srcId="{1B4AA6A6-31D1-43FC-86C9-149D28786E74}" destId="{E0658426-CAB1-40E8-B926-20FD97938CF8}" srcOrd="1" destOrd="0" parTransId="{78DBB8C0-204B-4750-9A84-73A5521492ED}" sibTransId="{7AB363FD-4788-4058-A0EB-2135BEDD137E}"/>
    <dgm:cxn modelId="{1C98219A-243A-4DC9-A528-5F56F4ADCBE7}" srcId="{1B4AA6A6-31D1-43FC-86C9-149D28786E74}" destId="{0BD9573A-EABA-4255-9A7F-2C1F6F857422}" srcOrd="0" destOrd="0" parTransId="{4F36DC88-203E-48C5-9776-66FF66F68128}" sibTransId="{E4F1E4D5-590B-44D7-8F77-5769488E7EE1}"/>
    <dgm:cxn modelId="{E0E905B1-EFA9-4030-8B47-2E5709E36F4E}" type="presOf" srcId="{1B4AA6A6-31D1-43FC-86C9-149D28786E74}" destId="{5B85A17A-F3FD-433B-94B2-E94F7C7A52B4}" srcOrd="0" destOrd="0" presId="urn:microsoft.com/office/officeart/2005/8/layout/hList1"/>
    <dgm:cxn modelId="{2AD14FC5-C41E-437D-AC46-4729560777DF}" srcId="{1B4AA6A6-31D1-43FC-86C9-149D28786E74}" destId="{CABFF260-1AF8-4E7F-B7A7-030A1562A6A1}" srcOrd="5" destOrd="0" parTransId="{6BA161B2-4831-49AA-BB36-0D2CBDA0775F}" sibTransId="{77EE1299-6699-43A0-A2F5-E9314A058556}"/>
    <dgm:cxn modelId="{0DB312CC-C39D-4362-9FE0-19EE76CCEB4A}" type="presOf" srcId="{C187E0C9-9156-4C03-946D-DF21CBC358DE}" destId="{DE85DA4A-334F-4AC5-9D83-FE9E3578AEAD}" srcOrd="0" destOrd="2" presId="urn:microsoft.com/office/officeart/2005/8/layout/hList1"/>
    <dgm:cxn modelId="{FFEB90D6-4966-47F6-A707-D8E4D85D46E4}" type="presOf" srcId="{0A2C35BF-57B3-4CC7-9C36-0F6B70E687E8}" destId="{DE85DA4A-334F-4AC5-9D83-FE9E3578AEAD}" srcOrd="0" destOrd="3" presId="urn:microsoft.com/office/officeart/2005/8/layout/hList1"/>
    <dgm:cxn modelId="{D85636DD-87E6-4024-9CF7-7D232D5DE099}" type="presOf" srcId="{E0658426-CAB1-40E8-B926-20FD97938CF8}" destId="{DE85DA4A-334F-4AC5-9D83-FE9E3578AEAD}" srcOrd="0" destOrd="1" presId="urn:microsoft.com/office/officeart/2005/8/layout/hList1"/>
    <dgm:cxn modelId="{9C3FB8EF-183F-49FD-BE85-FF2CCF08A3B2}" type="presOf" srcId="{93BF24E3-506A-4797-B1DA-928F84246ACF}" destId="{DE85DA4A-334F-4AC5-9D83-FE9E3578AEAD}" srcOrd="0" destOrd="4" presId="urn:microsoft.com/office/officeart/2005/8/layout/hList1"/>
    <dgm:cxn modelId="{1CCFC7F3-057E-4544-8A1A-F6D3DDEAE343}" type="presOf" srcId="{0BD9573A-EABA-4255-9A7F-2C1F6F857422}" destId="{DE85DA4A-334F-4AC5-9D83-FE9E3578AEAD}" srcOrd="0" destOrd="0" presId="urn:microsoft.com/office/officeart/2005/8/layout/hList1"/>
    <dgm:cxn modelId="{B3B06DBB-5074-44C4-9A06-ED964ACD96EC}" type="presParOf" srcId="{E2B78E0F-028E-49B0-807F-48FA894FED26}" destId="{1C20B8BB-498F-4929-8779-630E19D9BD67}" srcOrd="0" destOrd="0" presId="urn:microsoft.com/office/officeart/2005/8/layout/hList1"/>
    <dgm:cxn modelId="{316D7067-2BDB-4532-A81A-0C62E5F213CC}" type="presParOf" srcId="{1C20B8BB-498F-4929-8779-630E19D9BD67}" destId="{5B85A17A-F3FD-433B-94B2-E94F7C7A52B4}" srcOrd="0" destOrd="0" presId="urn:microsoft.com/office/officeart/2005/8/layout/hList1"/>
    <dgm:cxn modelId="{099D0E31-4EB6-4792-A06E-107806196834}" type="presParOf" srcId="{1C20B8BB-498F-4929-8779-630E19D9BD67}" destId="{DE85DA4A-334F-4AC5-9D83-FE9E3578AE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D8EF57-65A2-4BA6-80D7-B6E498EB8F3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B54AF6-A57B-4859-99E2-C372FEB61C87}">
      <dgm:prSet phldrT="[Text]" custT="1"/>
      <dgm:spPr/>
      <dgm:t>
        <a:bodyPr/>
        <a:lstStyle/>
        <a:p>
          <a:pPr algn="r" rtl="1"/>
          <a:r>
            <a:rPr lang="fa-IR" sz="2200" dirty="0">
              <a:cs typeface="B Titr" panose="00000700000000000000" pitchFamily="2" charset="-78"/>
            </a:rPr>
            <a:t>فیلد </a:t>
          </a:r>
          <a:r>
            <a:rPr lang="en-US" sz="2400" dirty="0"/>
            <a:t>Age</a:t>
          </a:r>
          <a:endParaRPr lang="en-US" sz="2200" dirty="0"/>
        </a:p>
      </dgm:t>
    </dgm:pt>
    <dgm:pt modelId="{1166182A-81D0-4D4D-AC91-63B0EAA70833}" type="parTrans" cxnId="{28E7EA47-CA6E-446A-8ADB-B0EA09A12F84}">
      <dgm:prSet/>
      <dgm:spPr/>
      <dgm:t>
        <a:bodyPr/>
        <a:lstStyle/>
        <a:p>
          <a:pPr algn="r" rtl="1"/>
          <a:endParaRPr lang="en-US"/>
        </a:p>
      </dgm:t>
    </dgm:pt>
    <dgm:pt modelId="{74B73198-12C1-458C-8913-E621841EAFC8}" type="sibTrans" cxnId="{28E7EA47-CA6E-446A-8ADB-B0EA09A12F84}">
      <dgm:prSet/>
      <dgm:spPr/>
      <dgm:t>
        <a:bodyPr/>
        <a:lstStyle/>
        <a:p>
          <a:pPr algn="r" rtl="1"/>
          <a:endParaRPr lang="en-US"/>
        </a:p>
      </dgm:t>
    </dgm:pt>
    <dgm:pt modelId="{3B159238-9349-45A7-98AE-BF9AF26E2924}">
      <dgm:prSet phldrT="[Text]" custT="1"/>
      <dgm:spPr/>
      <dgm:t>
        <a:bodyPr/>
        <a:lstStyle/>
        <a:p>
          <a:pPr algn="r" rtl="1"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دارای</a:t>
          </a:r>
          <a:r>
            <a:rPr lang="ar-SA" sz="1700" kern="1200" dirty="0">
              <a:cs typeface="B Nazanin" panose="00000400000000000000" pitchFamily="2" charset="-78"/>
            </a:rPr>
            <a:t> چولگی به راست</a:t>
          </a:r>
          <a:r>
            <a:rPr lang="fa-IR" sz="1700" kern="1200" dirty="0">
              <a:cs typeface="B Nazanin" panose="00000400000000000000" pitchFamily="2" charset="-78"/>
            </a:rPr>
            <a:t>(</a:t>
          </a:r>
          <a:r>
            <a:rPr lang="ar-SA" sz="1700" kern="1200" dirty="0">
              <a:cs typeface="B Nazanin" panose="00000400000000000000" pitchFamily="2" charset="-78"/>
            </a:rPr>
            <a:t>ملایم</a:t>
          </a:r>
          <a:r>
            <a:rPr lang="fa-IR" sz="1700" kern="1200" dirty="0">
              <a:cs typeface="B Nazanin" panose="00000400000000000000" pitchFamily="2" charset="-78"/>
            </a:rPr>
            <a:t>)</a:t>
          </a:r>
          <a:r>
            <a:rPr lang="ar-SA" sz="1700" kern="1200" dirty="0">
              <a:cs typeface="B Nazanin" panose="00000400000000000000" pitchFamily="2" charset="-78"/>
            </a:rPr>
            <a:t> </a:t>
          </a:r>
          <a:r>
            <a:rPr lang="fa-IR" sz="1700" kern="1200" dirty="0">
              <a:cs typeface="B Nazanin" panose="00000400000000000000" pitchFamily="2" charset="-78"/>
            </a:rPr>
            <a:t>می‌باشد</a:t>
          </a:r>
          <a:r>
            <a:rPr lang="ar-SA" sz="1700" kern="1200" dirty="0">
              <a:cs typeface="B Nazanin" panose="00000400000000000000" pitchFamily="2" charset="-78"/>
            </a:rPr>
            <a:t> (</a:t>
          </a:r>
          <a:r>
            <a:rPr lang="fa-IR" sz="1700" kern="1200" dirty="0">
              <a:cs typeface="B Nazanin" panose="00000400000000000000" pitchFamily="2" charset="-78"/>
            </a:rPr>
            <a:t>0.857</a:t>
          </a:r>
          <a:r>
            <a:rPr lang="ar-SA" sz="1700" kern="1200" dirty="0">
              <a:cs typeface="B Nazanin" panose="00000400000000000000" pitchFamily="2" charset="-78"/>
            </a:rPr>
            <a:t>)</a:t>
          </a:r>
          <a:r>
            <a:rPr lang="fa-IR" sz="1700" kern="1200" dirty="0">
              <a:cs typeface="B Nazanin" panose="00000400000000000000" pitchFamily="2" charset="-78"/>
            </a:rPr>
            <a:t>← </a:t>
          </a:r>
          <a:r>
            <a:rPr lang="ar-SA" sz="1700" kern="1200" dirty="0">
              <a:cs typeface="B Nazanin" panose="00000400000000000000" pitchFamily="2" charset="-78"/>
            </a:rPr>
            <a:t>تعداد افراد مسن‌تر در نمونه</a:t>
          </a:r>
          <a:r>
            <a:rPr lang="fa-IR" sz="1700" kern="1200" dirty="0">
              <a:cs typeface="B Nazanin" panose="00000400000000000000" pitchFamily="2" charset="-78"/>
            </a:rPr>
            <a:t> کمی</a:t>
          </a:r>
          <a:r>
            <a:rPr lang="ar-SA" sz="1700" kern="1200" dirty="0">
              <a:cs typeface="B Nazanin" panose="00000400000000000000" pitchFamily="2" charset="-78"/>
            </a:rPr>
            <a:t> بیشتر از افراد جوان‌تراست.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85CC38FE-FFB7-485F-ABAA-D2D453E4AAFA}" type="parTrans" cxnId="{BA8D320F-76A3-439A-8120-20729372569C}">
      <dgm:prSet/>
      <dgm:spPr/>
      <dgm:t>
        <a:bodyPr/>
        <a:lstStyle/>
        <a:p>
          <a:pPr algn="r" rtl="1"/>
          <a:endParaRPr lang="en-US"/>
        </a:p>
      </dgm:t>
    </dgm:pt>
    <dgm:pt modelId="{EC0769D8-C6A5-4F02-A271-B2524E8BCED3}" type="sibTrans" cxnId="{BA8D320F-76A3-439A-8120-20729372569C}">
      <dgm:prSet/>
      <dgm:spPr/>
      <dgm:t>
        <a:bodyPr/>
        <a:lstStyle/>
        <a:p>
          <a:pPr algn="r" rtl="1"/>
          <a:endParaRPr lang="en-US"/>
        </a:p>
      </dgm:t>
    </dgm:pt>
    <dgm:pt modelId="{D6FCE51C-4B00-47A1-AF20-5E89AE1AB9D0}">
      <dgm:prSet phldrT="[Text]" custT="1"/>
      <dgm:spPr/>
      <dgm:t>
        <a:bodyPr/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>
              <a:latin typeface="Calibri" panose="020F0502020204030204"/>
              <a:ea typeface="+mn-ea"/>
              <a:cs typeface="B Titr" panose="00000700000000000000" pitchFamily="2" charset="-78"/>
            </a:rPr>
            <a:t>Educ</a:t>
          </a:r>
          <a:endParaRPr lang="en-US" sz="2200" kern="1200" dirty="0">
            <a:latin typeface="Calibri" panose="020F0502020204030204"/>
            <a:ea typeface="+mn-ea"/>
            <a:cs typeface="B Titr" panose="00000700000000000000" pitchFamily="2" charset="-78"/>
          </a:endParaRPr>
        </a:p>
      </dgm:t>
    </dgm:pt>
    <dgm:pt modelId="{F7EF652D-924F-4CE3-8C81-5359AB2A2830}" type="parTrans" cxnId="{12D98881-F285-45DD-B8DD-C25452723733}">
      <dgm:prSet/>
      <dgm:spPr/>
      <dgm:t>
        <a:bodyPr/>
        <a:lstStyle/>
        <a:p>
          <a:pPr algn="r" rtl="1"/>
          <a:endParaRPr lang="en-US"/>
        </a:p>
      </dgm:t>
    </dgm:pt>
    <dgm:pt modelId="{8061394E-43E0-4DA9-9A41-837B3E8D2647}" type="sibTrans" cxnId="{12D98881-F285-45DD-B8DD-C25452723733}">
      <dgm:prSet/>
      <dgm:spPr/>
      <dgm:t>
        <a:bodyPr/>
        <a:lstStyle/>
        <a:p>
          <a:pPr algn="r" rtl="1"/>
          <a:endParaRPr lang="en-US"/>
        </a:p>
      </dgm:t>
    </dgm:pt>
    <dgm:pt modelId="{DA30F311-F88C-48A7-AB48-458E38A95ADE}">
      <dgm:prSet phldrT="[Text]" custT="1"/>
      <dgm:spPr/>
      <dgm:t>
        <a:bodyPr/>
        <a:lstStyle/>
        <a:p>
          <a:pPr algn="r" rtl="1">
            <a:buFont typeface="Wingdings" panose="05000000000000000000" pitchFamily="2" charset="2"/>
            <a:buChar char="Å"/>
          </a:pPr>
          <a:r>
            <a:rPr lang="fa-IR" sz="20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میانگین و میانه←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متداول‌ترین سطح تحصیلات، معادل ۱۲ سال (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~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دیپلم) تا ۱۵ سال (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~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فوق دیپلم/لیسانس) است.
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چولگی نزدیک به صفر (0.110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-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) و کشیدگی منفی (−0.274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)←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توزیع سنوات تحصیل تقریباً نرمال و متقارن است.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800FA5A9-6D8F-46DD-AF0A-16A896871A33}" type="parTrans" cxnId="{166001C2-C986-4944-BBBE-288E8EFE6A50}">
      <dgm:prSet/>
      <dgm:spPr/>
      <dgm:t>
        <a:bodyPr/>
        <a:lstStyle/>
        <a:p>
          <a:pPr algn="r" rtl="1"/>
          <a:endParaRPr lang="en-US"/>
        </a:p>
      </dgm:t>
    </dgm:pt>
    <dgm:pt modelId="{7F363282-877E-433A-80CB-FBECBAAD6C64}" type="sibTrans" cxnId="{166001C2-C986-4944-BBBE-288E8EFE6A50}">
      <dgm:prSet/>
      <dgm:spPr/>
      <dgm:t>
        <a:bodyPr/>
        <a:lstStyle/>
        <a:p>
          <a:pPr algn="r" rtl="1"/>
          <a:endParaRPr lang="en-US"/>
        </a:p>
      </dgm:t>
    </dgm:pt>
    <dgm:pt modelId="{6A7F3861-76C3-4286-9812-D7FB995A8924}">
      <dgm:prSet phldrT="[Text]" custT="1"/>
      <dgm:spPr/>
      <dgm:t>
        <a:bodyPr/>
        <a:lstStyle/>
        <a:p>
          <a:pPr algn="r" rtl="1"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دامنه 28 تا 70 سال، گستره مناسبی از سنین نیروی کار را نمایش می‌دهد.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EC2FE200-76EF-4360-9149-ADAD46F2101F}" type="parTrans" cxnId="{482DEB34-AC17-4A54-B042-C927240BF1ED}">
      <dgm:prSet/>
      <dgm:spPr/>
      <dgm:t>
        <a:bodyPr/>
        <a:lstStyle/>
        <a:p>
          <a:endParaRPr lang="en-US"/>
        </a:p>
      </dgm:t>
    </dgm:pt>
    <dgm:pt modelId="{1C3556A2-18A2-4583-B67D-EAFE72AC8EE1}" type="sibTrans" cxnId="{482DEB34-AC17-4A54-B042-C927240BF1ED}">
      <dgm:prSet/>
      <dgm:spPr/>
      <dgm:t>
        <a:bodyPr/>
        <a:lstStyle/>
        <a:p>
          <a:endParaRPr lang="en-US"/>
        </a:p>
      </dgm:t>
    </dgm:pt>
    <dgm:pt modelId="{B0F2194D-D989-462C-87F7-C55C5F81DF6B}">
      <dgm:prSet phldrT="[Text]" custT="1"/>
      <dgm:spPr/>
      <dgm:t>
        <a:bodyPr/>
        <a:lstStyle/>
        <a:p>
          <a:pPr algn="r" rtl="1"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با توجه به میزان کشیدگی(0.577-)← </a:t>
          </a:r>
          <a:r>
            <a:rPr lang="ar-SA" sz="1700" kern="1200" dirty="0">
              <a:cs typeface="B Nazanin" panose="00000400000000000000" pitchFamily="2" charset="-78"/>
            </a:rPr>
            <a:t>توزیع داده‌ها پهن‌تر و تخت‌تر از نرمال است و در دم‌های آن داده‌های خیلی دور</a:t>
          </a:r>
          <a:r>
            <a:rPr lang="fa-IR" sz="1700" kern="1200" dirty="0">
              <a:cs typeface="B Nazanin" panose="00000400000000000000" pitchFamily="2" charset="-78"/>
            </a:rPr>
            <a:t>(پرت)</a:t>
          </a:r>
          <a:r>
            <a:rPr lang="ar-SA" sz="1700" kern="1200" dirty="0">
              <a:cs typeface="B Nazanin" panose="00000400000000000000" pitchFamily="2" charset="-78"/>
            </a:rPr>
            <a:t> از میانگین</a:t>
          </a:r>
          <a:r>
            <a:rPr lang="fa-IR" sz="1700" kern="1200" dirty="0">
              <a:cs typeface="B Nazanin" panose="00000400000000000000" pitchFamily="2" charset="-78"/>
            </a:rPr>
            <a:t>،</a:t>
          </a:r>
          <a:r>
            <a:rPr lang="ar-SA" sz="1700" kern="1200" dirty="0">
              <a:cs typeface="B Nazanin" panose="00000400000000000000" pitchFamily="2" charset="-78"/>
            </a:rPr>
            <a:t> کمتر از حد معمول (نرمال) وجود دارد.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287171EB-9271-4AF6-AB0A-58A753C5491F}" type="parTrans" cxnId="{7847C0BA-5E6D-4B55-9F97-68432388FEC4}">
      <dgm:prSet/>
      <dgm:spPr/>
      <dgm:t>
        <a:bodyPr/>
        <a:lstStyle/>
        <a:p>
          <a:endParaRPr lang="en-US"/>
        </a:p>
      </dgm:t>
    </dgm:pt>
    <dgm:pt modelId="{887E1E8C-D946-4501-826B-E5F8F96579B4}" type="sibTrans" cxnId="{7847C0BA-5E6D-4B55-9F97-68432388FEC4}">
      <dgm:prSet/>
      <dgm:spPr/>
      <dgm:t>
        <a:bodyPr/>
        <a:lstStyle/>
        <a:p>
          <a:endParaRPr lang="en-US"/>
        </a:p>
      </dgm:t>
    </dgm:pt>
    <dgm:pt modelId="{E92A9898-72ED-446E-997E-37A73E00DC5F}">
      <dgm:prSet phldrT="[Text]" custT="1"/>
      <dgm:spPr/>
      <dgm:t>
        <a:bodyPr/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Salary , Salbegin</a:t>
          </a:r>
        </a:p>
      </dgm:t>
    </dgm:pt>
    <dgm:pt modelId="{D16C77F8-037E-4D70-B2A7-F2F8C031E651}" type="parTrans" cxnId="{EACD9021-01AE-4F69-8134-86ADE6845A90}">
      <dgm:prSet/>
      <dgm:spPr/>
      <dgm:t>
        <a:bodyPr/>
        <a:lstStyle/>
        <a:p>
          <a:endParaRPr lang="en-US"/>
        </a:p>
      </dgm:t>
    </dgm:pt>
    <dgm:pt modelId="{8AD2DEA8-9E0D-4CFC-AAED-8804A3710974}" type="sibTrans" cxnId="{EACD9021-01AE-4F69-8134-86ADE6845A90}">
      <dgm:prSet/>
      <dgm:spPr/>
      <dgm:t>
        <a:bodyPr/>
        <a:lstStyle/>
        <a:p>
          <a:endParaRPr lang="en-US"/>
        </a:p>
      </dgm:t>
    </dgm:pt>
    <dgm:pt modelId="{545C999B-C274-443B-9F9B-F84596DD9943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با توجه به میزان چولگی← متغیر دارای چولگی بسیار قوی به راست است←تعداد کمی از کارمندان حقوق بسیار بالایی دریافت می‌کنند← افزایش میانگین متغیر 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0359F81A-CDE6-4BB3-A8C6-BA797ABB6D66}" type="parTrans" cxnId="{ADB49B48-619C-47AC-8133-3EB934374241}">
      <dgm:prSet/>
      <dgm:spPr/>
      <dgm:t>
        <a:bodyPr/>
        <a:lstStyle/>
        <a:p>
          <a:endParaRPr lang="en-US"/>
        </a:p>
      </dgm:t>
    </dgm:pt>
    <dgm:pt modelId="{FC6A18F5-57B4-4BD2-8B32-0E767E01D8B2}" type="sibTrans" cxnId="{ADB49B48-619C-47AC-8133-3EB934374241}">
      <dgm:prSet/>
      <dgm:spPr/>
      <dgm:t>
        <a:bodyPr/>
        <a:lstStyle/>
        <a:p>
          <a:endParaRPr lang="en-US"/>
        </a:p>
      </dgm:t>
    </dgm:pt>
    <dgm:pt modelId="{E6DA2136-EB48-4E5E-AAFC-CF1FFD45C8EB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با توجه به کشیدگی بالا← نوک توزیع تیزتر ← وجود داده‌های پرت حقوق‌های بالا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3F89F1F8-403B-40C6-B495-FEA054D2D77D}" type="parTrans" cxnId="{8982A09C-CF03-498F-B7A9-BE50605BBE9F}">
      <dgm:prSet/>
      <dgm:spPr/>
      <dgm:t>
        <a:bodyPr/>
        <a:lstStyle/>
        <a:p>
          <a:endParaRPr lang="en-US"/>
        </a:p>
      </dgm:t>
    </dgm:pt>
    <dgm:pt modelId="{67384F79-4110-454F-97BC-52AD93B14C72}" type="sibTrans" cxnId="{8982A09C-CF03-498F-B7A9-BE50605BBE9F}">
      <dgm:prSet/>
      <dgm:spPr/>
      <dgm:t>
        <a:bodyPr/>
        <a:lstStyle/>
        <a:p>
          <a:endParaRPr lang="en-US"/>
        </a:p>
      </dgm:t>
    </dgm:pt>
    <dgm:pt modelId="{A85D1B2A-A64F-4ED4-AEF3-41B4ADB2D843}">
      <dgm:prSet phldrT="[Text]" custT="1"/>
      <dgm:spPr/>
      <dgm:t>
        <a:bodyPr/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Jobtime</a:t>
          </a:r>
        </a:p>
      </dgm:t>
    </dgm:pt>
    <dgm:pt modelId="{E513B2DB-96E7-46B7-BE07-C98649C45EBF}" type="parTrans" cxnId="{F5A851B1-B868-4DA1-BD0E-68F7E297B819}">
      <dgm:prSet/>
      <dgm:spPr/>
      <dgm:t>
        <a:bodyPr/>
        <a:lstStyle/>
        <a:p>
          <a:endParaRPr lang="en-US"/>
        </a:p>
      </dgm:t>
    </dgm:pt>
    <dgm:pt modelId="{CD9EDDE1-554A-47EB-8EB4-074922035D06}" type="sibTrans" cxnId="{F5A851B1-B868-4DA1-BD0E-68F7E297B819}">
      <dgm:prSet/>
      <dgm:spPr/>
      <dgm:t>
        <a:bodyPr/>
        <a:lstStyle/>
        <a:p>
          <a:endParaRPr lang="en-US"/>
        </a:p>
      </dgm:t>
    </dgm:pt>
    <dgm:pt modelId="{6800CC59-CB48-46AF-9DF0-4B2A1ECC5C6B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دارای توزیع و چولگی نسبتا متقارن می‌باشد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DBE59DFE-D2D4-4E2C-AC75-1477A4CF98EC}" type="parTrans" cxnId="{357A3916-9C6F-45BE-9DE6-1E3480DA4942}">
      <dgm:prSet/>
      <dgm:spPr/>
      <dgm:t>
        <a:bodyPr/>
        <a:lstStyle/>
        <a:p>
          <a:endParaRPr lang="en-US"/>
        </a:p>
      </dgm:t>
    </dgm:pt>
    <dgm:pt modelId="{388BF8F6-0826-4112-BCF6-32AF37DA1D80}" type="sibTrans" cxnId="{357A3916-9C6F-45BE-9DE6-1E3480DA4942}">
      <dgm:prSet/>
      <dgm:spPr/>
      <dgm:t>
        <a:bodyPr/>
        <a:lstStyle/>
        <a:p>
          <a:endParaRPr lang="en-US"/>
        </a:p>
      </dgm:t>
    </dgm:pt>
    <dgm:pt modelId="{FDC99097-A420-462C-8DDB-7D4A51026F49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پراکندگی←انحراف معیار 10.037(در حالی که حداقل63 و حداکثر 98 ماه می‌باشد)←اغلب کارکنان در یک بازه زمانی محدود(بین 3 تا 8 سال) جذب شده‌اند.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39C987E5-0236-45C3-AF75-C0B7AFE3C64B}" type="parTrans" cxnId="{5F26F3E0-B233-4541-B29A-2D8B34FD665E}">
      <dgm:prSet/>
      <dgm:spPr/>
      <dgm:t>
        <a:bodyPr/>
        <a:lstStyle/>
        <a:p>
          <a:endParaRPr lang="en-US"/>
        </a:p>
      </dgm:t>
    </dgm:pt>
    <dgm:pt modelId="{E3D200EF-F5BC-41AD-AA36-7B0E13553F33}" type="sibTrans" cxnId="{5F26F3E0-B233-4541-B29A-2D8B34FD665E}">
      <dgm:prSet/>
      <dgm:spPr/>
      <dgm:t>
        <a:bodyPr/>
        <a:lstStyle/>
        <a:p>
          <a:endParaRPr lang="en-US"/>
        </a:p>
      </dgm:t>
    </dgm:pt>
    <dgm:pt modelId="{A5C5C15D-35CA-476F-AFD7-625E8C286DC8}">
      <dgm:prSet phldrT="[Text]" custT="1"/>
      <dgm:spPr/>
      <dgm:t>
        <a:bodyPr/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2200" kern="1200" dirty="0">
              <a:solidFill>
                <a:prstClr val="black"/>
              </a:solidFill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 dirty="0">
              <a:solidFill>
                <a:prstClr val="black"/>
              </a:solidFill>
              <a:latin typeface="Calibri" panose="020F0502020204030204"/>
              <a:ea typeface="+mn-ea"/>
              <a:cs typeface="B Titr" panose="00000700000000000000" pitchFamily="2" charset="-78"/>
            </a:rPr>
            <a:t>Prevexp</a:t>
          </a:r>
        </a:p>
      </dgm:t>
    </dgm:pt>
    <dgm:pt modelId="{58259C3C-301E-44E9-B461-3E52ADC11B69}" type="parTrans" cxnId="{AD1DEBBB-CB0C-4240-A295-31141B96D407}">
      <dgm:prSet/>
      <dgm:spPr/>
      <dgm:t>
        <a:bodyPr/>
        <a:lstStyle/>
        <a:p>
          <a:endParaRPr lang="en-US"/>
        </a:p>
      </dgm:t>
    </dgm:pt>
    <dgm:pt modelId="{B0DF8E45-FB5A-4D34-9F53-8B791743E18A}" type="sibTrans" cxnId="{AD1DEBBB-CB0C-4240-A295-31141B96D407}">
      <dgm:prSet/>
      <dgm:spPr/>
      <dgm:t>
        <a:bodyPr/>
        <a:lstStyle/>
        <a:p>
          <a:endParaRPr lang="en-US"/>
        </a:p>
      </dgm:t>
    </dgm:pt>
    <dgm:pt modelId="{04E8738A-F11F-4067-83D7-9C53F32F15DF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چولگی شدید به راست و انحراف معیار بالا ←بخش بزرگی از کارکنان تجربه قبلی کمی دارند(چارک اول = 19 ماه) با این حال تعدادی نیز دارای تجربه قبلی بسیار زیادی می‌باشند(39.7 سال </a:t>
          </a:r>
          <a:r>
            <a:rPr lang="en-US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max =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)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28659A7D-71D9-41F2-AC3F-B0BCE3197EEC}" type="parTrans" cxnId="{26D79C19-E315-4FE0-BC52-EF5C386AE159}">
      <dgm:prSet/>
      <dgm:spPr/>
      <dgm:t>
        <a:bodyPr/>
        <a:lstStyle/>
        <a:p>
          <a:endParaRPr lang="en-US"/>
        </a:p>
      </dgm:t>
    </dgm:pt>
    <dgm:pt modelId="{00275419-BAD6-4961-AE83-070DF75D2976}" type="sibTrans" cxnId="{26D79C19-E315-4FE0-BC52-EF5C386AE159}">
      <dgm:prSet/>
      <dgm:spPr/>
      <dgm:t>
        <a:bodyPr/>
        <a:lstStyle/>
        <a:p>
          <a:endParaRPr lang="en-US"/>
        </a:p>
      </dgm:t>
    </dgm:pt>
    <dgm:pt modelId="{4B0C83C3-D88C-4E49-BFC9-E16634532186}" type="pres">
      <dgm:prSet presAssocID="{1CD8EF57-65A2-4BA6-80D7-B6E498EB8F33}" presName="linear" presStyleCnt="0">
        <dgm:presLayoutVars>
          <dgm:animLvl val="lvl"/>
          <dgm:resizeHandles val="exact"/>
        </dgm:presLayoutVars>
      </dgm:prSet>
      <dgm:spPr/>
    </dgm:pt>
    <dgm:pt modelId="{D7AB4AE5-1AA4-4988-92E9-A754840AC65A}" type="pres">
      <dgm:prSet presAssocID="{1AB54AF6-A57B-4859-99E2-C372FEB61C87}" presName="parentText" presStyleLbl="node1" presStyleIdx="0" presStyleCnt="5" custScaleY="26713">
        <dgm:presLayoutVars>
          <dgm:chMax val="0"/>
          <dgm:bulletEnabled val="1"/>
        </dgm:presLayoutVars>
      </dgm:prSet>
      <dgm:spPr/>
    </dgm:pt>
    <dgm:pt modelId="{0BD7778F-8F72-4A1A-84BE-02B660DF9745}" type="pres">
      <dgm:prSet presAssocID="{1AB54AF6-A57B-4859-99E2-C372FEB61C87}" presName="childText" presStyleLbl="revTx" presStyleIdx="0" presStyleCnt="5" custScaleY="105857">
        <dgm:presLayoutVars>
          <dgm:bulletEnabled val="1"/>
        </dgm:presLayoutVars>
      </dgm:prSet>
      <dgm:spPr/>
    </dgm:pt>
    <dgm:pt modelId="{321B50FA-8535-4E2D-B5C9-5A6ABCFAF298}" type="pres">
      <dgm:prSet presAssocID="{D6FCE51C-4B00-47A1-AF20-5E89AE1AB9D0}" presName="parentText" presStyleLbl="node1" presStyleIdx="1" presStyleCnt="5" custScaleY="26713">
        <dgm:presLayoutVars>
          <dgm:chMax val="0"/>
          <dgm:bulletEnabled val="1"/>
        </dgm:presLayoutVars>
      </dgm:prSet>
      <dgm:spPr/>
    </dgm:pt>
    <dgm:pt modelId="{92014DD7-6804-4B70-A554-2D9D38093523}" type="pres">
      <dgm:prSet presAssocID="{D6FCE51C-4B00-47A1-AF20-5E89AE1AB9D0}" presName="childText" presStyleLbl="revTx" presStyleIdx="1" presStyleCnt="5">
        <dgm:presLayoutVars>
          <dgm:bulletEnabled val="1"/>
        </dgm:presLayoutVars>
      </dgm:prSet>
      <dgm:spPr/>
    </dgm:pt>
    <dgm:pt modelId="{23914C2E-5E99-4767-9271-5F8D9A9251D3}" type="pres">
      <dgm:prSet presAssocID="{E92A9898-72ED-446E-997E-37A73E00DC5F}" presName="parentText" presStyleLbl="node1" presStyleIdx="2" presStyleCnt="5" custScaleY="26713">
        <dgm:presLayoutVars>
          <dgm:chMax val="0"/>
          <dgm:bulletEnabled val="1"/>
        </dgm:presLayoutVars>
      </dgm:prSet>
      <dgm:spPr/>
    </dgm:pt>
    <dgm:pt modelId="{A043F082-81C4-42CC-B943-8446E03FCC4E}" type="pres">
      <dgm:prSet presAssocID="{E92A9898-72ED-446E-997E-37A73E00DC5F}" presName="childText" presStyleLbl="revTx" presStyleIdx="2" presStyleCnt="5">
        <dgm:presLayoutVars>
          <dgm:bulletEnabled val="1"/>
        </dgm:presLayoutVars>
      </dgm:prSet>
      <dgm:spPr/>
    </dgm:pt>
    <dgm:pt modelId="{DC1068B7-74A3-4C0C-8EBF-210694A098AC}" type="pres">
      <dgm:prSet presAssocID="{A85D1B2A-A64F-4ED4-AEF3-41B4ADB2D843}" presName="parentText" presStyleLbl="node1" presStyleIdx="3" presStyleCnt="5" custScaleY="26713">
        <dgm:presLayoutVars>
          <dgm:chMax val="0"/>
          <dgm:bulletEnabled val="1"/>
        </dgm:presLayoutVars>
      </dgm:prSet>
      <dgm:spPr/>
    </dgm:pt>
    <dgm:pt modelId="{761C425C-AD01-4D31-9D10-90509CACBAAD}" type="pres">
      <dgm:prSet presAssocID="{A85D1B2A-A64F-4ED4-AEF3-41B4ADB2D843}" presName="childText" presStyleLbl="revTx" presStyleIdx="3" presStyleCnt="5">
        <dgm:presLayoutVars>
          <dgm:bulletEnabled val="1"/>
        </dgm:presLayoutVars>
      </dgm:prSet>
      <dgm:spPr/>
    </dgm:pt>
    <dgm:pt modelId="{CD0F264C-7B37-4481-825B-CBECBCC85066}" type="pres">
      <dgm:prSet presAssocID="{A5C5C15D-35CA-476F-AFD7-625E8C286DC8}" presName="parentText" presStyleLbl="node1" presStyleIdx="4" presStyleCnt="5" custScaleY="29993">
        <dgm:presLayoutVars>
          <dgm:chMax val="0"/>
          <dgm:bulletEnabled val="1"/>
        </dgm:presLayoutVars>
      </dgm:prSet>
      <dgm:spPr/>
    </dgm:pt>
    <dgm:pt modelId="{B5879942-A0BC-4221-9685-EC38FE84F67E}" type="pres">
      <dgm:prSet presAssocID="{A5C5C15D-35CA-476F-AFD7-625E8C286DC8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50A42108-0F74-499A-8FE5-A8BE7FFE3E6B}" type="presOf" srcId="{B0F2194D-D989-462C-87F7-C55C5F81DF6B}" destId="{0BD7778F-8F72-4A1A-84BE-02B660DF9745}" srcOrd="0" destOrd="2" presId="urn:microsoft.com/office/officeart/2005/8/layout/vList2"/>
    <dgm:cxn modelId="{BA8D320F-76A3-439A-8120-20729372569C}" srcId="{1AB54AF6-A57B-4859-99E2-C372FEB61C87}" destId="{3B159238-9349-45A7-98AE-BF9AF26E2924}" srcOrd="0" destOrd="0" parTransId="{85CC38FE-FFB7-485F-ABAA-D2D453E4AAFA}" sibTransId="{EC0769D8-C6A5-4F02-A271-B2524E8BCED3}"/>
    <dgm:cxn modelId="{357A3916-9C6F-45BE-9DE6-1E3480DA4942}" srcId="{A85D1B2A-A64F-4ED4-AEF3-41B4ADB2D843}" destId="{6800CC59-CB48-46AF-9DF0-4B2A1ECC5C6B}" srcOrd="0" destOrd="0" parTransId="{DBE59DFE-D2D4-4E2C-AC75-1477A4CF98EC}" sibTransId="{388BF8F6-0826-4112-BCF6-32AF37DA1D80}"/>
    <dgm:cxn modelId="{26D79C19-E315-4FE0-BC52-EF5C386AE159}" srcId="{A5C5C15D-35CA-476F-AFD7-625E8C286DC8}" destId="{04E8738A-F11F-4067-83D7-9C53F32F15DF}" srcOrd="0" destOrd="0" parTransId="{28659A7D-71D9-41F2-AC3F-B0BCE3197EEC}" sibTransId="{00275419-BAD6-4961-AE83-070DF75D2976}"/>
    <dgm:cxn modelId="{ACFD361A-DB11-4F66-89C9-9C6D1B89AC86}" type="presOf" srcId="{1AB54AF6-A57B-4859-99E2-C372FEB61C87}" destId="{D7AB4AE5-1AA4-4988-92E9-A754840AC65A}" srcOrd="0" destOrd="0" presId="urn:microsoft.com/office/officeart/2005/8/layout/vList2"/>
    <dgm:cxn modelId="{EACD9021-01AE-4F69-8134-86ADE6845A90}" srcId="{1CD8EF57-65A2-4BA6-80D7-B6E498EB8F33}" destId="{E92A9898-72ED-446E-997E-37A73E00DC5F}" srcOrd="2" destOrd="0" parTransId="{D16C77F8-037E-4D70-B2A7-F2F8C031E651}" sibTransId="{8AD2DEA8-9E0D-4CFC-AAED-8804A3710974}"/>
    <dgm:cxn modelId="{9605682F-12F3-4AED-AE40-568713590ADC}" type="presOf" srcId="{6800CC59-CB48-46AF-9DF0-4B2A1ECC5C6B}" destId="{761C425C-AD01-4D31-9D10-90509CACBAAD}" srcOrd="0" destOrd="0" presId="urn:microsoft.com/office/officeart/2005/8/layout/vList2"/>
    <dgm:cxn modelId="{482DEB34-AC17-4A54-B042-C927240BF1ED}" srcId="{1AB54AF6-A57B-4859-99E2-C372FEB61C87}" destId="{6A7F3861-76C3-4286-9812-D7FB995A8924}" srcOrd="1" destOrd="0" parTransId="{EC2FE200-76EF-4360-9149-ADAD46F2101F}" sibTransId="{1C3556A2-18A2-4583-B67D-EAFE72AC8EE1}"/>
    <dgm:cxn modelId="{C13C5A3A-E75C-4613-8A35-8168C41AB111}" type="presOf" srcId="{A5C5C15D-35CA-476F-AFD7-625E8C286DC8}" destId="{CD0F264C-7B37-4481-825B-CBECBCC85066}" srcOrd="0" destOrd="0" presId="urn:microsoft.com/office/officeart/2005/8/layout/vList2"/>
    <dgm:cxn modelId="{AFF9935B-7E5F-495C-BB90-1BC958725AF0}" type="presOf" srcId="{6A7F3861-76C3-4286-9812-D7FB995A8924}" destId="{0BD7778F-8F72-4A1A-84BE-02B660DF9745}" srcOrd="0" destOrd="1" presId="urn:microsoft.com/office/officeart/2005/8/layout/vList2"/>
    <dgm:cxn modelId="{879C2164-1EA1-4111-BDA2-835874B8400F}" type="presOf" srcId="{3B159238-9349-45A7-98AE-BF9AF26E2924}" destId="{0BD7778F-8F72-4A1A-84BE-02B660DF9745}" srcOrd="0" destOrd="0" presId="urn:microsoft.com/office/officeart/2005/8/layout/vList2"/>
    <dgm:cxn modelId="{6D923247-2FC3-4D57-8BCD-E1FFA986652D}" type="presOf" srcId="{FDC99097-A420-462C-8DDB-7D4A51026F49}" destId="{761C425C-AD01-4D31-9D10-90509CACBAAD}" srcOrd="0" destOrd="1" presId="urn:microsoft.com/office/officeart/2005/8/layout/vList2"/>
    <dgm:cxn modelId="{28E7EA47-CA6E-446A-8ADB-B0EA09A12F84}" srcId="{1CD8EF57-65A2-4BA6-80D7-B6E498EB8F33}" destId="{1AB54AF6-A57B-4859-99E2-C372FEB61C87}" srcOrd="0" destOrd="0" parTransId="{1166182A-81D0-4D4D-AC91-63B0EAA70833}" sibTransId="{74B73198-12C1-458C-8913-E621841EAFC8}"/>
    <dgm:cxn modelId="{ADB49B48-619C-47AC-8133-3EB934374241}" srcId="{E92A9898-72ED-446E-997E-37A73E00DC5F}" destId="{545C999B-C274-443B-9F9B-F84596DD9943}" srcOrd="0" destOrd="0" parTransId="{0359F81A-CDE6-4BB3-A8C6-BA797ABB6D66}" sibTransId="{FC6A18F5-57B4-4BD2-8B32-0E767E01D8B2}"/>
    <dgm:cxn modelId="{B2C87D4B-CAC2-4942-9C43-986C6243D4E4}" type="presOf" srcId="{E6DA2136-EB48-4E5E-AAFC-CF1FFD45C8EB}" destId="{A043F082-81C4-42CC-B943-8446E03FCC4E}" srcOrd="0" destOrd="1" presId="urn:microsoft.com/office/officeart/2005/8/layout/vList2"/>
    <dgm:cxn modelId="{0485F16B-DFE3-41EC-BE45-BD29CF43D64F}" type="presOf" srcId="{545C999B-C274-443B-9F9B-F84596DD9943}" destId="{A043F082-81C4-42CC-B943-8446E03FCC4E}" srcOrd="0" destOrd="0" presId="urn:microsoft.com/office/officeart/2005/8/layout/vList2"/>
    <dgm:cxn modelId="{7C27074C-0921-4FB4-BE6D-D41C5EC0CD64}" type="presOf" srcId="{1CD8EF57-65A2-4BA6-80D7-B6E498EB8F33}" destId="{4B0C83C3-D88C-4E49-BFC9-E16634532186}" srcOrd="0" destOrd="0" presId="urn:microsoft.com/office/officeart/2005/8/layout/vList2"/>
    <dgm:cxn modelId="{59EC9A4F-9FA6-47AA-B6CE-83EBCC650742}" type="presOf" srcId="{E92A9898-72ED-446E-997E-37A73E00DC5F}" destId="{23914C2E-5E99-4767-9271-5F8D9A9251D3}" srcOrd="0" destOrd="0" presId="urn:microsoft.com/office/officeart/2005/8/layout/vList2"/>
    <dgm:cxn modelId="{12D98881-F285-45DD-B8DD-C25452723733}" srcId="{1CD8EF57-65A2-4BA6-80D7-B6E498EB8F33}" destId="{D6FCE51C-4B00-47A1-AF20-5E89AE1AB9D0}" srcOrd="1" destOrd="0" parTransId="{F7EF652D-924F-4CE3-8C81-5359AB2A2830}" sibTransId="{8061394E-43E0-4DA9-9A41-837B3E8D2647}"/>
    <dgm:cxn modelId="{4C4B1785-306E-44C6-AC48-AA8CFD25A79F}" type="presOf" srcId="{04E8738A-F11F-4067-83D7-9C53F32F15DF}" destId="{B5879942-A0BC-4221-9685-EC38FE84F67E}" srcOrd="0" destOrd="0" presId="urn:microsoft.com/office/officeart/2005/8/layout/vList2"/>
    <dgm:cxn modelId="{40E34E90-6FB4-4DBB-A6D6-20028427C114}" type="presOf" srcId="{D6FCE51C-4B00-47A1-AF20-5E89AE1AB9D0}" destId="{321B50FA-8535-4E2D-B5C9-5A6ABCFAF298}" srcOrd="0" destOrd="0" presId="urn:microsoft.com/office/officeart/2005/8/layout/vList2"/>
    <dgm:cxn modelId="{EB96299A-EA48-4CF6-81C4-2EA877881401}" type="presOf" srcId="{A85D1B2A-A64F-4ED4-AEF3-41B4ADB2D843}" destId="{DC1068B7-74A3-4C0C-8EBF-210694A098AC}" srcOrd="0" destOrd="0" presId="urn:microsoft.com/office/officeart/2005/8/layout/vList2"/>
    <dgm:cxn modelId="{8982A09C-CF03-498F-B7A9-BE50605BBE9F}" srcId="{E92A9898-72ED-446E-997E-37A73E00DC5F}" destId="{E6DA2136-EB48-4E5E-AAFC-CF1FFD45C8EB}" srcOrd="1" destOrd="0" parTransId="{3F89F1F8-403B-40C6-B495-FEA054D2D77D}" sibTransId="{67384F79-4110-454F-97BC-52AD93B14C72}"/>
    <dgm:cxn modelId="{F5A851B1-B868-4DA1-BD0E-68F7E297B819}" srcId="{1CD8EF57-65A2-4BA6-80D7-B6E498EB8F33}" destId="{A85D1B2A-A64F-4ED4-AEF3-41B4ADB2D843}" srcOrd="3" destOrd="0" parTransId="{E513B2DB-96E7-46B7-BE07-C98649C45EBF}" sibTransId="{CD9EDDE1-554A-47EB-8EB4-074922035D06}"/>
    <dgm:cxn modelId="{C15688B9-0167-4957-AAAB-E5E93BA29C15}" type="presOf" srcId="{DA30F311-F88C-48A7-AB48-458E38A95ADE}" destId="{92014DD7-6804-4B70-A554-2D9D38093523}" srcOrd="0" destOrd="0" presId="urn:microsoft.com/office/officeart/2005/8/layout/vList2"/>
    <dgm:cxn modelId="{7847C0BA-5E6D-4B55-9F97-68432388FEC4}" srcId="{1AB54AF6-A57B-4859-99E2-C372FEB61C87}" destId="{B0F2194D-D989-462C-87F7-C55C5F81DF6B}" srcOrd="2" destOrd="0" parTransId="{287171EB-9271-4AF6-AB0A-58A753C5491F}" sibTransId="{887E1E8C-D946-4501-826B-E5F8F96579B4}"/>
    <dgm:cxn modelId="{AD1DEBBB-CB0C-4240-A295-31141B96D407}" srcId="{1CD8EF57-65A2-4BA6-80D7-B6E498EB8F33}" destId="{A5C5C15D-35CA-476F-AFD7-625E8C286DC8}" srcOrd="4" destOrd="0" parTransId="{58259C3C-301E-44E9-B461-3E52ADC11B69}" sibTransId="{B0DF8E45-FB5A-4D34-9F53-8B791743E18A}"/>
    <dgm:cxn modelId="{166001C2-C986-4944-BBBE-288E8EFE6A50}" srcId="{D6FCE51C-4B00-47A1-AF20-5E89AE1AB9D0}" destId="{DA30F311-F88C-48A7-AB48-458E38A95ADE}" srcOrd="0" destOrd="0" parTransId="{800FA5A9-6D8F-46DD-AF0A-16A896871A33}" sibTransId="{7F363282-877E-433A-80CB-FBECBAAD6C64}"/>
    <dgm:cxn modelId="{5F26F3E0-B233-4541-B29A-2D8B34FD665E}" srcId="{A85D1B2A-A64F-4ED4-AEF3-41B4ADB2D843}" destId="{FDC99097-A420-462C-8DDB-7D4A51026F49}" srcOrd="1" destOrd="0" parTransId="{39C987E5-0236-45C3-AF75-C0B7AFE3C64B}" sibTransId="{E3D200EF-F5BC-41AD-AA36-7B0E13553F33}"/>
    <dgm:cxn modelId="{FE01B703-32F1-4A18-9CC3-FEF7ED0A7190}" type="presParOf" srcId="{4B0C83C3-D88C-4E49-BFC9-E16634532186}" destId="{D7AB4AE5-1AA4-4988-92E9-A754840AC65A}" srcOrd="0" destOrd="0" presId="urn:microsoft.com/office/officeart/2005/8/layout/vList2"/>
    <dgm:cxn modelId="{6814BC78-5D3A-47F2-BE8C-B68987B46E81}" type="presParOf" srcId="{4B0C83C3-D88C-4E49-BFC9-E16634532186}" destId="{0BD7778F-8F72-4A1A-84BE-02B660DF9745}" srcOrd="1" destOrd="0" presId="urn:microsoft.com/office/officeart/2005/8/layout/vList2"/>
    <dgm:cxn modelId="{7CFFD0C5-2795-4D48-AFAD-9BEB37E49425}" type="presParOf" srcId="{4B0C83C3-D88C-4E49-BFC9-E16634532186}" destId="{321B50FA-8535-4E2D-B5C9-5A6ABCFAF298}" srcOrd="2" destOrd="0" presId="urn:microsoft.com/office/officeart/2005/8/layout/vList2"/>
    <dgm:cxn modelId="{65B3062C-9BAD-4D1F-A3D9-07EC20FAFA17}" type="presParOf" srcId="{4B0C83C3-D88C-4E49-BFC9-E16634532186}" destId="{92014DD7-6804-4B70-A554-2D9D38093523}" srcOrd="3" destOrd="0" presId="urn:microsoft.com/office/officeart/2005/8/layout/vList2"/>
    <dgm:cxn modelId="{F8045922-F93E-445B-917F-D26894690F5E}" type="presParOf" srcId="{4B0C83C3-D88C-4E49-BFC9-E16634532186}" destId="{23914C2E-5E99-4767-9271-5F8D9A9251D3}" srcOrd="4" destOrd="0" presId="urn:microsoft.com/office/officeart/2005/8/layout/vList2"/>
    <dgm:cxn modelId="{EF3BC3B6-F940-4778-A660-C60C83829B23}" type="presParOf" srcId="{4B0C83C3-D88C-4E49-BFC9-E16634532186}" destId="{A043F082-81C4-42CC-B943-8446E03FCC4E}" srcOrd="5" destOrd="0" presId="urn:microsoft.com/office/officeart/2005/8/layout/vList2"/>
    <dgm:cxn modelId="{2D4F7A28-B424-4D22-9C4D-69CD5C2679C4}" type="presParOf" srcId="{4B0C83C3-D88C-4E49-BFC9-E16634532186}" destId="{DC1068B7-74A3-4C0C-8EBF-210694A098AC}" srcOrd="6" destOrd="0" presId="urn:microsoft.com/office/officeart/2005/8/layout/vList2"/>
    <dgm:cxn modelId="{20E5A4FF-BF20-4B6A-939F-4767AFE2B3AA}" type="presParOf" srcId="{4B0C83C3-D88C-4E49-BFC9-E16634532186}" destId="{761C425C-AD01-4D31-9D10-90509CACBAAD}" srcOrd="7" destOrd="0" presId="urn:microsoft.com/office/officeart/2005/8/layout/vList2"/>
    <dgm:cxn modelId="{17CF4D7F-295F-4452-8BDA-8E3F31211479}" type="presParOf" srcId="{4B0C83C3-D88C-4E49-BFC9-E16634532186}" destId="{CD0F264C-7B37-4481-825B-CBECBCC85066}" srcOrd="8" destOrd="0" presId="urn:microsoft.com/office/officeart/2005/8/layout/vList2"/>
    <dgm:cxn modelId="{D4E4914E-78C6-4AC5-AB60-578D58CAB9CE}" type="presParOf" srcId="{4B0C83C3-D88C-4E49-BFC9-E16634532186}" destId="{B5879942-A0BC-4221-9685-EC38FE84F67E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2555BE-4218-4B3E-929A-B6F0DAF09E08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A9C8EE-552B-463D-B322-17C2F8AB1415}">
      <dgm:prSet phldrT="[Text]" custT="1"/>
      <dgm:spPr/>
      <dgm:t>
        <a:bodyPr/>
        <a:lstStyle/>
        <a:p>
          <a:r>
            <a:rPr lang="fa-IR" sz="2200" b="1" dirty="0">
              <a:cs typeface="B Titr" panose="00000700000000000000" pitchFamily="2" charset="-78"/>
            </a:rPr>
            <a:t>متغیرهای کیفی دیتاست</a:t>
          </a:r>
          <a:endParaRPr lang="en-US" sz="2200" b="1" dirty="0">
            <a:cs typeface="B Titr" panose="00000700000000000000" pitchFamily="2" charset="-78"/>
          </a:endParaRPr>
        </a:p>
      </dgm:t>
    </dgm:pt>
    <dgm:pt modelId="{5C3C1B4E-6931-416D-8467-4B487753DFE9}" type="parTrans" cxnId="{310F8C0B-1195-41C0-9646-31253AF722B7}">
      <dgm:prSet/>
      <dgm:spPr/>
      <dgm:t>
        <a:bodyPr/>
        <a:lstStyle/>
        <a:p>
          <a:endParaRPr lang="en-US"/>
        </a:p>
      </dgm:t>
    </dgm:pt>
    <dgm:pt modelId="{EBF677CE-F585-403B-97C7-6A278A3ABC20}" type="sibTrans" cxnId="{310F8C0B-1195-41C0-9646-31253AF722B7}">
      <dgm:prSet/>
      <dgm:spPr/>
      <dgm:t>
        <a:bodyPr/>
        <a:lstStyle/>
        <a:p>
          <a:endParaRPr lang="en-US"/>
        </a:p>
      </dgm:t>
    </dgm:pt>
    <dgm:pt modelId="{A076A6D2-37D7-4DF5-B76C-7EAD6AB7A9C6}">
      <dgm:prSet phldrT="[Text]" custT="1"/>
      <dgm:spPr/>
      <dgm:t>
        <a:bodyPr/>
        <a:lstStyle/>
        <a:p>
          <a:r>
            <a:rPr lang="en-US" sz="1800" dirty="0"/>
            <a:t>Gender</a:t>
          </a:r>
        </a:p>
      </dgm:t>
    </dgm:pt>
    <dgm:pt modelId="{1AA1AE89-5F1A-4768-B1DF-9EC786872633}" type="parTrans" cxnId="{A6DC823D-F7E2-4B32-9526-408D344510BD}">
      <dgm:prSet/>
      <dgm:spPr/>
      <dgm:t>
        <a:bodyPr/>
        <a:lstStyle/>
        <a:p>
          <a:endParaRPr lang="en-US"/>
        </a:p>
      </dgm:t>
    </dgm:pt>
    <dgm:pt modelId="{613E0E47-C37C-41FE-B4A2-EDCB25051BF9}" type="sibTrans" cxnId="{A6DC823D-F7E2-4B32-9526-408D344510BD}">
      <dgm:prSet/>
      <dgm:spPr/>
      <dgm:t>
        <a:bodyPr/>
        <a:lstStyle/>
        <a:p>
          <a:endParaRPr lang="en-US"/>
        </a:p>
      </dgm:t>
    </dgm:pt>
    <dgm:pt modelId="{B1662A50-58C2-423D-853A-9B2AD6AA8E29}">
      <dgm:prSet phldrT="[Text]" custT="1"/>
      <dgm:spPr/>
      <dgm:t>
        <a:bodyPr/>
        <a:lstStyle/>
        <a:p>
          <a:r>
            <a:rPr lang="en-US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minority</a:t>
          </a:r>
        </a:p>
      </dgm:t>
    </dgm:pt>
    <dgm:pt modelId="{9783597B-EE78-4116-9B45-FFD48E01BA6A}" type="parTrans" cxnId="{BD494831-A0A0-4AE6-B8B3-812D63637F26}">
      <dgm:prSet/>
      <dgm:spPr/>
      <dgm:t>
        <a:bodyPr/>
        <a:lstStyle/>
        <a:p>
          <a:endParaRPr lang="en-US"/>
        </a:p>
      </dgm:t>
    </dgm:pt>
    <dgm:pt modelId="{48BB0C52-AC9D-48A1-8E99-092F94DE65C9}" type="sibTrans" cxnId="{BD494831-A0A0-4AE6-B8B3-812D63637F26}">
      <dgm:prSet/>
      <dgm:spPr/>
      <dgm:t>
        <a:bodyPr/>
        <a:lstStyle/>
        <a:p>
          <a:endParaRPr lang="en-US"/>
        </a:p>
      </dgm:t>
    </dgm:pt>
    <dgm:pt modelId="{95C162A6-698B-46A7-AC59-37187C4A6DA1}">
      <dgm:prSet phldrT="[Text]" custT="1"/>
      <dgm:spPr/>
      <dgm:t>
        <a:bodyPr/>
        <a:lstStyle/>
        <a:p>
          <a:r>
            <a:rPr lang="en-US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jobcat</a:t>
          </a:r>
        </a:p>
      </dgm:t>
    </dgm:pt>
    <dgm:pt modelId="{59AC502A-9A4D-4714-B7B0-CD4D4A536B37}" type="parTrans" cxnId="{4EE55EFD-B72F-4FB2-A0BC-B5F4C9AE7DA2}">
      <dgm:prSet/>
      <dgm:spPr/>
      <dgm:t>
        <a:bodyPr/>
        <a:lstStyle/>
        <a:p>
          <a:endParaRPr lang="en-US"/>
        </a:p>
      </dgm:t>
    </dgm:pt>
    <dgm:pt modelId="{4139D3DD-F0F7-4137-B662-46EACB05296E}" type="sibTrans" cxnId="{4EE55EFD-B72F-4FB2-A0BC-B5F4C9AE7DA2}">
      <dgm:prSet/>
      <dgm:spPr/>
      <dgm:t>
        <a:bodyPr/>
        <a:lstStyle/>
        <a:p>
          <a:endParaRPr lang="en-US"/>
        </a:p>
      </dgm:t>
    </dgm:pt>
    <dgm:pt modelId="{717D9EB3-99BC-4F1C-A8FD-3218B65298B4}" type="pres">
      <dgm:prSet presAssocID="{852555BE-4218-4B3E-929A-B6F0DAF09E08}" presName="Name0" presStyleCnt="0">
        <dgm:presLayoutVars>
          <dgm:dir/>
          <dgm:animLvl val="lvl"/>
          <dgm:resizeHandles val="exact"/>
        </dgm:presLayoutVars>
      </dgm:prSet>
      <dgm:spPr/>
    </dgm:pt>
    <dgm:pt modelId="{705674EF-EBAF-451D-8032-CBA7FEF9AB23}" type="pres">
      <dgm:prSet presAssocID="{C9A9C8EE-552B-463D-B322-17C2F8AB1415}" presName="boxAndChildren" presStyleCnt="0"/>
      <dgm:spPr/>
    </dgm:pt>
    <dgm:pt modelId="{9DF25155-46C2-43DC-80C3-36401E8B71B5}" type="pres">
      <dgm:prSet presAssocID="{C9A9C8EE-552B-463D-B322-17C2F8AB1415}" presName="parentTextBox" presStyleLbl="node1" presStyleIdx="0" presStyleCnt="1"/>
      <dgm:spPr/>
    </dgm:pt>
    <dgm:pt modelId="{C0BCEB7B-6E44-48F4-B502-B92C3DB68B0D}" type="pres">
      <dgm:prSet presAssocID="{C9A9C8EE-552B-463D-B322-17C2F8AB1415}" presName="entireBox" presStyleLbl="node1" presStyleIdx="0" presStyleCnt="1" custLinFactNeighborX="2296"/>
      <dgm:spPr/>
    </dgm:pt>
    <dgm:pt modelId="{6DB5ED38-5EAC-48A4-BBF9-ADEA4E70FE49}" type="pres">
      <dgm:prSet presAssocID="{C9A9C8EE-552B-463D-B322-17C2F8AB1415}" presName="descendantBox" presStyleCnt="0"/>
      <dgm:spPr/>
    </dgm:pt>
    <dgm:pt modelId="{18821354-0E6F-4F22-B364-99107D0D1678}" type="pres">
      <dgm:prSet presAssocID="{A076A6D2-37D7-4DF5-B76C-7EAD6AB7A9C6}" presName="childTextBox" presStyleLbl="fgAccFollowNode1" presStyleIdx="0" presStyleCnt="3">
        <dgm:presLayoutVars>
          <dgm:bulletEnabled val="1"/>
        </dgm:presLayoutVars>
      </dgm:prSet>
      <dgm:spPr/>
    </dgm:pt>
    <dgm:pt modelId="{42B9065C-8C97-48F8-985E-0B614257E1A7}" type="pres">
      <dgm:prSet presAssocID="{95C162A6-698B-46A7-AC59-37187C4A6DA1}" presName="childTextBox" presStyleLbl="fgAccFollowNode1" presStyleIdx="1" presStyleCnt="3">
        <dgm:presLayoutVars>
          <dgm:bulletEnabled val="1"/>
        </dgm:presLayoutVars>
      </dgm:prSet>
      <dgm:spPr/>
    </dgm:pt>
    <dgm:pt modelId="{4D4C6B0F-2FBF-4CF8-A3DE-4EBB10CFD7A6}" type="pres">
      <dgm:prSet presAssocID="{B1662A50-58C2-423D-853A-9B2AD6AA8E29}" presName="childTextBox" presStyleLbl="fgAccFollowNode1" presStyleIdx="2" presStyleCnt="3">
        <dgm:presLayoutVars>
          <dgm:bulletEnabled val="1"/>
        </dgm:presLayoutVars>
      </dgm:prSet>
      <dgm:spPr/>
    </dgm:pt>
  </dgm:ptLst>
  <dgm:cxnLst>
    <dgm:cxn modelId="{310F8C0B-1195-41C0-9646-31253AF722B7}" srcId="{852555BE-4218-4B3E-929A-B6F0DAF09E08}" destId="{C9A9C8EE-552B-463D-B322-17C2F8AB1415}" srcOrd="0" destOrd="0" parTransId="{5C3C1B4E-6931-416D-8467-4B487753DFE9}" sibTransId="{EBF677CE-F585-403B-97C7-6A278A3ABC20}"/>
    <dgm:cxn modelId="{AD65ED0D-483A-49FA-A7CF-EE3696B41D64}" type="presOf" srcId="{C9A9C8EE-552B-463D-B322-17C2F8AB1415}" destId="{9DF25155-46C2-43DC-80C3-36401E8B71B5}" srcOrd="0" destOrd="0" presId="urn:microsoft.com/office/officeart/2005/8/layout/process4"/>
    <dgm:cxn modelId="{17F97617-9C9B-4F11-A354-AF2D8FD56967}" type="presOf" srcId="{95C162A6-698B-46A7-AC59-37187C4A6DA1}" destId="{42B9065C-8C97-48F8-985E-0B614257E1A7}" srcOrd="0" destOrd="0" presId="urn:microsoft.com/office/officeart/2005/8/layout/process4"/>
    <dgm:cxn modelId="{2552C430-6CEC-4A99-B12F-2E9BD9ED0478}" type="presOf" srcId="{A076A6D2-37D7-4DF5-B76C-7EAD6AB7A9C6}" destId="{18821354-0E6F-4F22-B364-99107D0D1678}" srcOrd="0" destOrd="0" presId="urn:microsoft.com/office/officeart/2005/8/layout/process4"/>
    <dgm:cxn modelId="{BD494831-A0A0-4AE6-B8B3-812D63637F26}" srcId="{C9A9C8EE-552B-463D-B322-17C2F8AB1415}" destId="{B1662A50-58C2-423D-853A-9B2AD6AA8E29}" srcOrd="2" destOrd="0" parTransId="{9783597B-EE78-4116-9B45-FFD48E01BA6A}" sibTransId="{48BB0C52-AC9D-48A1-8E99-092F94DE65C9}"/>
    <dgm:cxn modelId="{A6DC823D-F7E2-4B32-9526-408D344510BD}" srcId="{C9A9C8EE-552B-463D-B322-17C2F8AB1415}" destId="{A076A6D2-37D7-4DF5-B76C-7EAD6AB7A9C6}" srcOrd="0" destOrd="0" parTransId="{1AA1AE89-5F1A-4768-B1DF-9EC786872633}" sibTransId="{613E0E47-C37C-41FE-B4A2-EDCB25051BF9}"/>
    <dgm:cxn modelId="{F53E1F3E-97C3-4B81-9A5A-FEDC9D947982}" type="presOf" srcId="{B1662A50-58C2-423D-853A-9B2AD6AA8E29}" destId="{4D4C6B0F-2FBF-4CF8-A3DE-4EBB10CFD7A6}" srcOrd="0" destOrd="0" presId="urn:microsoft.com/office/officeart/2005/8/layout/process4"/>
    <dgm:cxn modelId="{9D7BD042-0C14-481A-A0CB-5EB623B4DC34}" type="presOf" srcId="{C9A9C8EE-552B-463D-B322-17C2F8AB1415}" destId="{C0BCEB7B-6E44-48F4-B502-B92C3DB68B0D}" srcOrd="1" destOrd="0" presId="urn:microsoft.com/office/officeart/2005/8/layout/process4"/>
    <dgm:cxn modelId="{EB897FD5-98EE-4156-B964-ADB4B55526E4}" type="presOf" srcId="{852555BE-4218-4B3E-929A-B6F0DAF09E08}" destId="{717D9EB3-99BC-4F1C-A8FD-3218B65298B4}" srcOrd="0" destOrd="0" presId="urn:microsoft.com/office/officeart/2005/8/layout/process4"/>
    <dgm:cxn modelId="{4EE55EFD-B72F-4FB2-A0BC-B5F4C9AE7DA2}" srcId="{C9A9C8EE-552B-463D-B322-17C2F8AB1415}" destId="{95C162A6-698B-46A7-AC59-37187C4A6DA1}" srcOrd="1" destOrd="0" parTransId="{59AC502A-9A4D-4714-B7B0-CD4D4A536B37}" sibTransId="{4139D3DD-F0F7-4137-B662-46EACB05296E}"/>
    <dgm:cxn modelId="{7AFF5034-534C-4470-9107-759B45DDCEC5}" type="presParOf" srcId="{717D9EB3-99BC-4F1C-A8FD-3218B65298B4}" destId="{705674EF-EBAF-451D-8032-CBA7FEF9AB23}" srcOrd="0" destOrd="0" presId="urn:microsoft.com/office/officeart/2005/8/layout/process4"/>
    <dgm:cxn modelId="{37CD80B9-3967-4B40-9DC8-2470E41F7497}" type="presParOf" srcId="{705674EF-EBAF-451D-8032-CBA7FEF9AB23}" destId="{9DF25155-46C2-43DC-80C3-36401E8B71B5}" srcOrd="0" destOrd="0" presId="urn:microsoft.com/office/officeart/2005/8/layout/process4"/>
    <dgm:cxn modelId="{460AAEE3-31FB-43B5-91CE-B6C67D2ACD80}" type="presParOf" srcId="{705674EF-EBAF-451D-8032-CBA7FEF9AB23}" destId="{C0BCEB7B-6E44-48F4-B502-B92C3DB68B0D}" srcOrd="1" destOrd="0" presId="urn:microsoft.com/office/officeart/2005/8/layout/process4"/>
    <dgm:cxn modelId="{B293DFF4-AAB3-4BE9-A165-214478F086ED}" type="presParOf" srcId="{705674EF-EBAF-451D-8032-CBA7FEF9AB23}" destId="{6DB5ED38-5EAC-48A4-BBF9-ADEA4E70FE49}" srcOrd="2" destOrd="0" presId="urn:microsoft.com/office/officeart/2005/8/layout/process4"/>
    <dgm:cxn modelId="{1934A969-E764-4E03-8BB5-C1A82049A20A}" type="presParOf" srcId="{6DB5ED38-5EAC-48A4-BBF9-ADEA4E70FE49}" destId="{18821354-0E6F-4F22-B364-99107D0D1678}" srcOrd="0" destOrd="0" presId="urn:microsoft.com/office/officeart/2005/8/layout/process4"/>
    <dgm:cxn modelId="{87AF8452-F31F-4C21-8564-43CCF58BC8B1}" type="presParOf" srcId="{6DB5ED38-5EAC-48A4-BBF9-ADEA4E70FE49}" destId="{42B9065C-8C97-48F8-985E-0B614257E1A7}" srcOrd="1" destOrd="0" presId="urn:microsoft.com/office/officeart/2005/8/layout/process4"/>
    <dgm:cxn modelId="{445695B6-2238-4D0B-B090-BF5D93BAA337}" type="presParOf" srcId="{6DB5ED38-5EAC-48A4-BBF9-ADEA4E70FE49}" destId="{4D4C6B0F-2FBF-4CF8-A3DE-4EBB10CFD7A6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D8EF57-65A2-4BA6-80D7-B6E498EB8F3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B54AF6-A57B-4859-99E2-C372FEB61C87}">
      <dgm:prSet phldrT="[Text]" custT="1"/>
      <dgm:spPr/>
      <dgm:t>
        <a:bodyPr/>
        <a:lstStyle/>
        <a:p>
          <a:pPr algn="r" rtl="1"/>
          <a:r>
            <a:rPr lang="fa-IR" sz="2200" dirty="0">
              <a:cs typeface="B Titr" panose="00000700000000000000" pitchFamily="2" charset="-78"/>
            </a:rPr>
            <a:t>فیلد </a:t>
          </a:r>
          <a:r>
            <a:rPr lang="en-US" sz="2200" dirty="0">
              <a:cs typeface="B Titr" panose="00000700000000000000" pitchFamily="2" charset="-78"/>
            </a:rPr>
            <a:t>Gender</a:t>
          </a:r>
          <a:endParaRPr lang="en-US" sz="2200" dirty="0"/>
        </a:p>
      </dgm:t>
    </dgm:pt>
    <dgm:pt modelId="{1166182A-81D0-4D4D-AC91-63B0EAA70833}" type="parTrans" cxnId="{28E7EA47-CA6E-446A-8ADB-B0EA09A12F84}">
      <dgm:prSet/>
      <dgm:spPr/>
      <dgm:t>
        <a:bodyPr/>
        <a:lstStyle/>
        <a:p>
          <a:pPr algn="r" rtl="1"/>
          <a:endParaRPr lang="en-US"/>
        </a:p>
      </dgm:t>
    </dgm:pt>
    <dgm:pt modelId="{74B73198-12C1-458C-8913-E621841EAFC8}" type="sibTrans" cxnId="{28E7EA47-CA6E-446A-8ADB-B0EA09A12F84}">
      <dgm:prSet/>
      <dgm:spPr/>
      <dgm:t>
        <a:bodyPr/>
        <a:lstStyle/>
        <a:p>
          <a:pPr algn="r" rtl="1"/>
          <a:endParaRPr lang="en-US"/>
        </a:p>
      </dgm:t>
    </dgm:pt>
    <dgm:pt modelId="{3B159238-9349-45A7-98AE-BF9AF26E2924}">
      <dgm:prSet phldrT="[Text]" custT="1"/>
      <dgm:spPr/>
      <dgm:t>
        <a:bodyPr anchor="t"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با توجه به فراوانی و بازه اطمینان←نمونه تقریبا متقارن می‌باشد، اما با اختلافی حدود 9 درصدی، آقایان فراوانی بیشتری دارند.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85CC38FE-FFB7-485F-ABAA-D2D453E4AAFA}" type="parTrans" cxnId="{BA8D320F-76A3-439A-8120-20729372569C}">
      <dgm:prSet/>
      <dgm:spPr/>
      <dgm:t>
        <a:bodyPr/>
        <a:lstStyle/>
        <a:p>
          <a:pPr algn="r" rtl="1"/>
          <a:endParaRPr lang="en-US"/>
        </a:p>
      </dgm:t>
    </dgm:pt>
    <dgm:pt modelId="{EC0769D8-C6A5-4F02-A271-B2524E8BCED3}" type="sibTrans" cxnId="{BA8D320F-76A3-439A-8120-20729372569C}">
      <dgm:prSet/>
      <dgm:spPr/>
      <dgm:t>
        <a:bodyPr/>
        <a:lstStyle/>
        <a:p>
          <a:pPr algn="r" rtl="1"/>
          <a:endParaRPr lang="en-US"/>
        </a:p>
      </dgm:t>
    </dgm:pt>
    <dgm:pt modelId="{D6FCE51C-4B00-47A1-AF20-5E89AE1AB9D0}">
      <dgm:prSet phldrT="[Text]" custT="1"/>
      <dgm:spPr/>
      <dgm:t>
        <a:bodyPr/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Jobcat</a:t>
          </a:r>
        </a:p>
      </dgm:t>
    </dgm:pt>
    <dgm:pt modelId="{F7EF652D-924F-4CE3-8C81-5359AB2A2830}" type="parTrans" cxnId="{12D98881-F285-45DD-B8DD-C25452723733}">
      <dgm:prSet/>
      <dgm:spPr/>
      <dgm:t>
        <a:bodyPr/>
        <a:lstStyle/>
        <a:p>
          <a:pPr algn="r" rtl="1"/>
          <a:endParaRPr lang="en-US"/>
        </a:p>
      </dgm:t>
    </dgm:pt>
    <dgm:pt modelId="{8061394E-43E0-4DA9-9A41-837B3E8D2647}" type="sibTrans" cxnId="{12D98881-F285-45DD-B8DD-C25452723733}">
      <dgm:prSet/>
      <dgm:spPr/>
      <dgm:t>
        <a:bodyPr/>
        <a:lstStyle/>
        <a:p>
          <a:pPr algn="r" rtl="1"/>
          <a:endParaRPr lang="en-US"/>
        </a:p>
      </dgm:t>
    </dgm:pt>
    <dgm:pt modelId="{DA30F311-F88C-48A7-AB48-458E38A95ADE}">
      <dgm:prSet phldrT="[Text]" custT="1"/>
      <dgm:spPr/>
      <dgm:t>
        <a:bodyPr/>
        <a:lstStyle/>
        <a:p>
          <a:pPr algn="r" rtl="1">
            <a:buFont typeface="Wingdings" panose="05000000000000000000" pitchFamily="2" charset="2"/>
            <a:buNone/>
          </a:pP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800FA5A9-6D8F-46DD-AF0A-16A896871A33}" type="parTrans" cxnId="{166001C2-C986-4944-BBBE-288E8EFE6A50}">
      <dgm:prSet/>
      <dgm:spPr/>
      <dgm:t>
        <a:bodyPr/>
        <a:lstStyle/>
        <a:p>
          <a:pPr algn="r" rtl="1"/>
          <a:endParaRPr lang="en-US"/>
        </a:p>
      </dgm:t>
    </dgm:pt>
    <dgm:pt modelId="{7F363282-877E-433A-80CB-FBECBAAD6C64}" type="sibTrans" cxnId="{166001C2-C986-4944-BBBE-288E8EFE6A50}">
      <dgm:prSet/>
      <dgm:spPr/>
      <dgm:t>
        <a:bodyPr/>
        <a:lstStyle/>
        <a:p>
          <a:pPr algn="r" rtl="1"/>
          <a:endParaRPr lang="en-US"/>
        </a:p>
      </dgm:t>
    </dgm:pt>
    <dgm:pt modelId="{E92A9898-72ED-446E-997E-37A73E00DC5F}">
      <dgm:prSet phldrT="[Text]" custT="1"/>
      <dgm:spPr/>
      <dgm:t>
        <a:bodyPr/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Minority</a:t>
          </a:r>
        </a:p>
      </dgm:t>
    </dgm:pt>
    <dgm:pt modelId="{D16C77F8-037E-4D70-B2A7-F2F8C031E651}" type="parTrans" cxnId="{EACD9021-01AE-4F69-8134-86ADE6845A90}">
      <dgm:prSet/>
      <dgm:spPr/>
      <dgm:t>
        <a:bodyPr/>
        <a:lstStyle/>
        <a:p>
          <a:endParaRPr lang="en-US"/>
        </a:p>
      </dgm:t>
    </dgm:pt>
    <dgm:pt modelId="{8AD2DEA8-9E0D-4CFC-AAED-8804A3710974}" type="sibTrans" cxnId="{EACD9021-01AE-4F69-8134-86ADE6845A90}">
      <dgm:prSet/>
      <dgm:spPr/>
      <dgm:t>
        <a:bodyPr/>
        <a:lstStyle/>
        <a:p>
          <a:endParaRPr lang="en-US"/>
        </a:p>
      </dgm:t>
    </dgm:pt>
    <dgm:pt modelId="{545C999B-C274-443B-9F9B-F84596DD9943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کارکنان غیر اقلیت تقریبا چهار برابر کارکنان اقلیت می‌باشند.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0359F81A-CDE6-4BB3-A8C6-BA797ABB6D66}" type="parTrans" cxnId="{ADB49B48-619C-47AC-8133-3EB934374241}">
      <dgm:prSet/>
      <dgm:spPr/>
      <dgm:t>
        <a:bodyPr/>
        <a:lstStyle/>
        <a:p>
          <a:endParaRPr lang="en-US"/>
        </a:p>
      </dgm:t>
    </dgm:pt>
    <dgm:pt modelId="{FC6A18F5-57B4-4BD2-8B32-0E767E01D8B2}" type="sibTrans" cxnId="{ADB49B48-619C-47AC-8133-3EB934374241}">
      <dgm:prSet/>
      <dgm:spPr/>
      <dgm:t>
        <a:bodyPr/>
        <a:lstStyle/>
        <a:p>
          <a:endParaRPr lang="en-US"/>
        </a:p>
      </dgm:t>
    </dgm:pt>
    <dgm:pt modelId="{DE202A4B-30B8-4C75-A0EF-B11179F84B7F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نسبت کارکنان اقلیت در نمونه بین %18.3 تا %25.7 می‌باشد.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D66C4ACF-0C10-4BC9-A19C-A241B1769242}" type="parTrans" cxnId="{25FB0F37-647B-4E55-91AB-660EBA830790}">
      <dgm:prSet/>
      <dgm:spPr/>
      <dgm:t>
        <a:bodyPr/>
        <a:lstStyle/>
        <a:p>
          <a:endParaRPr lang="en-US"/>
        </a:p>
      </dgm:t>
    </dgm:pt>
    <dgm:pt modelId="{40DA03D1-C02E-48B5-ADF1-811D9630DF03}" type="sibTrans" cxnId="{25FB0F37-647B-4E55-91AB-660EBA830790}">
      <dgm:prSet/>
      <dgm:spPr/>
      <dgm:t>
        <a:bodyPr/>
        <a:lstStyle/>
        <a:p>
          <a:endParaRPr lang="en-US"/>
        </a:p>
      </dgm:t>
    </dgm:pt>
    <dgm:pt modelId="{4B0C83C3-D88C-4E49-BFC9-E16634532186}" type="pres">
      <dgm:prSet presAssocID="{1CD8EF57-65A2-4BA6-80D7-B6E498EB8F33}" presName="linear" presStyleCnt="0">
        <dgm:presLayoutVars>
          <dgm:animLvl val="lvl"/>
          <dgm:resizeHandles val="exact"/>
        </dgm:presLayoutVars>
      </dgm:prSet>
      <dgm:spPr/>
    </dgm:pt>
    <dgm:pt modelId="{D7AB4AE5-1AA4-4988-92E9-A754840AC65A}" type="pres">
      <dgm:prSet presAssocID="{1AB54AF6-A57B-4859-99E2-C372FEB61C87}" presName="parentText" presStyleLbl="node1" presStyleIdx="0" presStyleCnt="3" custScaleY="26713">
        <dgm:presLayoutVars>
          <dgm:chMax val="0"/>
          <dgm:bulletEnabled val="1"/>
        </dgm:presLayoutVars>
      </dgm:prSet>
      <dgm:spPr/>
    </dgm:pt>
    <dgm:pt modelId="{0BD7778F-8F72-4A1A-84BE-02B660DF9745}" type="pres">
      <dgm:prSet presAssocID="{1AB54AF6-A57B-4859-99E2-C372FEB61C87}" presName="childText" presStyleLbl="revTx" presStyleIdx="0" presStyleCnt="3" custScaleY="105857">
        <dgm:presLayoutVars>
          <dgm:bulletEnabled val="1"/>
        </dgm:presLayoutVars>
      </dgm:prSet>
      <dgm:spPr/>
    </dgm:pt>
    <dgm:pt modelId="{321B50FA-8535-4E2D-B5C9-5A6ABCFAF298}" type="pres">
      <dgm:prSet presAssocID="{D6FCE51C-4B00-47A1-AF20-5E89AE1AB9D0}" presName="parentText" presStyleLbl="node1" presStyleIdx="1" presStyleCnt="3" custScaleY="26713" custLinFactNeighborY="-14316">
        <dgm:presLayoutVars>
          <dgm:chMax val="0"/>
          <dgm:bulletEnabled val="1"/>
        </dgm:presLayoutVars>
      </dgm:prSet>
      <dgm:spPr/>
    </dgm:pt>
    <dgm:pt modelId="{92014DD7-6804-4B70-A554-2D9D38093523}" type="pres">
      <dgm:prSet presAssocID="{D6FCE51C-4B00-47A1-AF20-5E89AE1AB9D0}" presName="childText" presStyleLbl="revTx" presStyleIdx="1" presStyleCnt="3">
        <dgm:presLayoutVars>
          <dgm:bulletEnabled val="1"/>
        </dgm:presLayoutVars>
      </dgm:prSet>
      <dgm:spPr/>
    </dgm:pt>
    <dgm:pt modelId="{23914C2E-5E99-4767-9271-5F8D9A9251D3}" type="pres">
      <dgm:prSet presAssocID="{E92A9898-72ED-446E-997E-37A73E00DC5F}" presName="parentText" presStyleLbl="node1" presStyleIdx="2" presStyleCnt="3" custScaleY="26713">
        <dgm:presLayoutVars>
          <dgm:chMax val="0"/>
          <dgm:bulletEnabled val="1"/>
        </dgm:presLayoutVars>
      </dgm:prSet>
      <dgm:spPr/>
    </dgm:pt>
    <dgm:pt modelId="{A043F082-81C4-42CC-B943-8446E03FCC4E}" type="pres">
      <dgm:prSet presAssocID="{E92A9898-72ED-446E-997E-37A73E00DC5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A8D320F-76A3-439A-8120-20729372569C}" srcId="{1AB54AF6-A57B-4859-99E2-C372FEB61C87}" destId="{3B159238-9349-45A7-98AE-BF9AF26E2924}" srcOrd="0" destOrd="0" parTransId="{85CC38FE-FFB7-485F-ABAA-D2D453E4AAFA}" sibTransId="{EC0769D8-C6A5-4F02-A271-B2524E8BCED3}"/>
    <dgm:cxn modelId="{ACFD361A-DB11-4F66-89C9-9C6D1B89AC86}" type="presOf" srcId="{1AB54AF6-A57B-4859-99E2-C372FEB61C87}" destId="{D7AB4AE5-1AA4-4988-92E9-A754840AC65A}" srcOrd="0" destOrd="0" presId="urn:microsoft.com/office/officeart/2005/8/layout/vList2"/>
    <dgm:cxn modelId="{EACD9021-01AE-4F69-8134-86ADE6845A90}" srcId="{1CD8EF57-65A2-4BA6-80D7-B6E498EB8F33}" destId="{E92A9898-72ED-446E-997E-37A73E00DC5F}" srcOrd="2" destOrd="0" parTransId="{D16C77F8-037E-4D70-B2A7-F2F8C031E651}" sibTransId="{8AD2DEA8-9E0D-4CFC-AAED-8804A3710974}"/>
    <dgm:cxn modelId="{25FB0F37-647B-4E55-91AB-660EBA830790}" srcId="{E92A9898-72ED-446E-997E-37A73E00DC5F}" destId="{DE202A4B-30B8-4C75-A0EF-B11179F84B7F}" srcOrd="1" destOrd="0" parTransId="{D66C4ACF-0C10-4BC9-A19C-A241B1769242}" sibTransId="{40DA03D1-C02E-48B5-ADF1-811D9630DF03}"/>
    <dgm:cxn modelId="{879C2164-1EA1-4111-BDA2-835874B8400F}" type="presOf" srcId="{3B159238-9349-45A7-98AE-BF9AF26E2924}" destId="{0BD7778F-8F72-4A1A-84BE-02B660DF9745}" srcOrd="0" destOrd="0" presId="urn:microsoft.com/office/officeart/2005/8/layout/vList2"/>
    <dgm:cxn modelId="{28E7EA47-CA6E-446A-8ADB-B0EA09A12F84}" srcId="{1CD8EF57-65A2-4BA6-80D7-B6E498EB8F33}" destId="{1AB54AF6-A57B-4859-99E2-C372FEB61C87}" srcOrd="0" destOrd="0" parTransId="{1166182A-81D0-4D4D-AC91-63B0EAA70833}" sibTransId="{74B73198-12C1-458C-8913-E621841EAFC8}"/>
    <dgm:cxn modelId="{ADB49B48-619C-47AC-8133-3EB934374241}" srcId="{E92A9898-72ED-446E-997E-37A73E00DC5F}" destId="{545C999B-C274-443B-9F9B-F84596DD9943}" srcOrd="0" destOrd="0" parTransId="{0359F81A-CDE6-4BB3-A8C6-BA797ABB6D66}" sibTransId="{FC6A18F5-57B4-4BD2-8B32-0E767E01D8B2}"/>
    <dgm:cxn modelId="{0485F16B-DFE3-41EC-BE45-BD29CF43D64F}" type="presOf" srcId="{545C999B-C274-443B-9F9B-F84596DD9943}" destId="{A043F082-81C4-42CC-B943-8446E03FCC4E}" srcOrd="0" destOrd="0" presId="urn:microsoft.com/office/officeart/2005/8/layout/vList2"/>
    <dgm:cxn modelId="{7C27074C-0921-4FB4-BE6D-D41C5EC0CD64}" type="presOf" srcId="{1CD8EF57-65A2-4BA6-80D7-B6E498EB8F33}" destId="{4B0C83C3-D88C-4E49-BFC9-E16634532186}" srcOrd="0" destOrd="0" presId="urn:microsoft.com/office/officeart/2005/8/layout/vList2"/>
    <dgm:cxn modelId="{59EC9A4F-9FA6-47AA-B6CE-83EBCC650742}" type="presOf" srcId="{E92A9898-72ED-446E-997E-37A73E00DC5F}" destId="{23914C2E-5E99-4767-9271-5F8D9A9251D3}" srcOrd="0" destOrd="0" presId="urn:microsoft.com/office/officeart/2005/8/layout/vList2"/>
    <dgm:cxn modelId="{12D98881-F285-45DD-B8DD-C25452723733}" srcId="{1CD8EF57-65A2-4BA6-80D7-B6E498EB8F33}" destId="{D6FCE51C-4B00-47A1-AF20-5E89AE1AB9D0}" srcOrd="1" destOrd="0" parTransId="{F7EF652D-924F-4CE3-8C81-5359AB2A2830}" sibTransId="{8061394E-43E0-4DA9-9A41-837B3E8D2647}"/>
    <dgm:cxn modelId="{40E34E90-6FB4-4DBB-A6D6-20028427C114}" type="presOf" srcId="{D6FCE51C-4B00-47A1-AF20-5E89AE1AB9D0}" destId="{321B50FA-8535-4E2D-B5C9-5A6ABCFAF298}" srcOrd="0" destOrd="0" presId="urn:microsoft.com/office/officeart/2005/8/layout/vList2"/>
    <dgm:cxn modelId="{CD31C3AC-DDB6-45B8-8541-AB8B93AB6042}" type="presOf" srcId="{DE202A4B-30B8-4C75-A0EF-B11179F84B7F}" destId="{A043F082-81C4-42CC-B943-8446E03FCC4E}" srcOrd="0" destOrd="1" presId="urn:microsoft.com/office/officeart/2005/8/layout/vList2"/>
    <dgm:cxn modelId="{C15688B9-0167-4957-AAAB-E5E93BA29C15}" type="presOf" srcId="{DA30F311-F88C-48A7-AB48-458E38A95ADE}" destId="{92014DD7-6804-4B70-A554-2D9D38093523}" srcOrd="0" destOrd="0" presId="urn:microsoft.com/office/officeart/2005/8/layout/vList2"/>
    <dgm:cxn modelId="{166001C2-C986-4944-BBBE-288E8EFE6A50}" srcId="{D6FCE51C-4B00-47A1-AF20-5E89AE1AB9D0}" destId="{DA30F311-F88C-48A7-AB48-458E38A95ADE}" srcOrd="0" destOrd="0" parTransId="{800FA5A9-6D8F-46DD-AF0A-16A896871A33}" sibTransId="{7F363282-877E-433A-80CB-FBECBAAD6C64}"/>
    <dgm:cxn modelId="{FE01B703-32F1-4A18-9CC3-FEF7ED0A7190}" type="presParOf" srcId="{4B0C83C3-D88C-4E49-BFC9-E16634532186}" destId="{D7AB4AE5-1AA4-4988-92E9-A754840AC65A}" srcOrd="0" destOrd="0" presId="urn:microsoft.com/office/officeart/2005/8/layout/vList2"/>
    <dgm:cxn modelId="{6814BC78-5D3A-47F2-BE8C-B68987B46E81}" type="presParOf" srcId="{4B0C83C3-D88C-4E49-BFC9-E16634532186}" destId="{0BD7778F-8F72-4A1A-84BE-02B660DF9745}" srcOrd="1" destOrd="0" presId="urn:microsoft.com/office/officeart/2005/8/layout/vList2"/>
    <dgm:cxn modelId="{7CFFD0C5-2795-4D48-AFAD-9BEB37E49425}" type="presParOf" srcId="{4B0C83C3-D88C-4E49-BFC9-E16634532186}" destId="{321B50FA-8535-4E2D-B5C9-5A6ABCFAF298}" srcOrd="2" destOrd="0" presId="urn:microsoft.com/office/officeart/2005/8/layout/vList2"/>
    <dgm:cxn modelId="{65B3062C-9BAD-4D1F-A3D9-07EC20FAFA17}" type="presParOf" srcId="{4B0C83C3-D88C-4E49-BFC9-E16634532186}" destId="{92014DD7-6804-4B70-A554-2D9D38093523}" srcOrd="3" destOrd="0" presId="urn:microsoft.com/office/officeart/2005/8/layout/vList2"/>
    <dgm:cxn modelId="{F8045922-F93E-445B-917F-D26894690F5E}" type="presParOf" srcId="{4B0C83C3-D88C-4E49-BFC9-E16634532186}" destId="{23914C2E-5E99-4767-9271-5F8D9A9251D3}" srcOrd="4" destOrd="0" presId="urn:microsoft.com/office/officeart/2005/8/layout/vList2"/>
    <dgm:cxn modelId="{EF3BC3B6-F940-4778-A660-C60C83829B23}" type="presParOf" srcId="{4B0C83C3-D88C-4E49-BFC9-E16634532186}" destId="{A043F082-81C4-42CC-B943-8446E03FCC4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5FE936C-6892-40D6-BDC7-B4E7253DF949}" type="doc">
      <dgm:prSet loTypeId="urn:microsoft.com/office/officeart/2011/layout/ConvergingText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F68D2B-5475-4311-BB67-047734A53927}">
      <dgm:prSet phldrT="[Text]" custT="1"/>
      <dgm:spPr/>
      <dgm:t>
        <a:bodyPr/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فراوانی‌ها در این فیلد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0C953F2A-65C7-4E26-B4D1-0208274481D8}" type="parTrans" cxnId="{4119B841-1359-4123-A92F-0BF81145C01F}">
      <dgm:prSet/>
      <dgm:spPr/>
      <dgm:t>
        <a:bodyPr/>
        <a:lstStyle/>
        <a:p>
          <a:endParaRPr lang="en-US"/>
        </a:p>
      </dgm:t>
    </dgm:pt>
    <dgm:pt modelId="{74D0F2B5-E386-488C-9347-2435E12B65F3}" type="sibTrans" cxnId="{4119B841-1359-4123-A92F-0BF81145C01F}">
      <dgm:prSet/>
      <dgm:spPr/>
      <dgm:t>
        <a:bodyPr/>
        <a:lstStyle/>
        <a:p>
          <a:endParaRPr lang="en-US"/>
        </a:p>
      </dgm:t>
    </dgm:pt>
    <dgm:pt modelId="{0688AE50-71F1-41CE-BD27-70D0DBF09216}">
      <dgm:prSet phldrT="[Text]" custT="1"/>
      <dgm:spPr/>
      <dgm:t>
        <a:bodyPr/>
        <a:lstStyle/>
        <a:p>
          <a:pPr algn="r" rtl="1"/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رده 1←362 نفر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0B489EB0-D966-4A2A-BBBF-5892A8739E65}" type="parTrans" cxnId="{41D352E3-9484-4970-8D6A-28CFE359F058}">
      <dgm:prSet/>
      <dgm:spPr/>
      <dgm:t>
        <a:bodyPr/>
        <a:lstStyle/>
        <a:p>
          <a:endParaRPr lang="en-US"/>
        </a:p>
      </dgm:t>
    </dgm:pt>
    <dgm:pt modelId="{9E57675B-B661-4A44-A675-516CFC7C321D}" type="sibTrans" cxnId="{41D352E3-9484-4970-8D6A-28CFE359F058}">
      <dgm:prSet/>
      <dgm:spPr/>
      <dgm:t>
        <a:bodyPr/>
        <a:lstStyle/>
        <a:p>
          <a:endParaRPr lang="en-US"/>
        </a:p>
      </dgm:t>
    </dgm:pt>
    <dgm:pt modelId="{C78BC8B8-FFE1-4082-AA4E-6BC78809D968}">
      <dgm:prSet phldrT="[Text]" custT="1"/>
      <dgm:spPr/>
      <dgm:t>
        <a:bodyPr/>
        <a:lstStyle/>
        <a:p>
          <a:pPr algn="r" rtl="1"/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رده 2←27نفر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4E23E147-0E80-489B-A50F-3295B5516653}" type="parTrans" cxnId="{9965D1C1-8B6A-445E-A828-957652C17155}">
      <dgm:prSet/>
      <dgm:spPr/>
      <dgm:t>
        <a:bodyPr/>
        <a:lstStyle/>
        <a:p>
          <a:endParaRPr lang="en-US"/>
        </a:p>
      </dgm:t>
    </dgm:pt>
    <dgm:pt modelId="{F4D96B97-72BC-4E17-A93A-25FBA398A4D7}" type="sibTrans" cxnId="{9965D1C1-8B6A-445E-A828-957652C17155}">
      <dgm:prSet/>
      <dgm:spPr/>
      <dgm:t>
        <a:bodyPr/>
        <a:lstStyle/>
        <a:p>
          <a:endParaRPr lang="en-US"/>
        </a:p>
      </dgm:t>
    </dgm:pt>
    <dgm:pt modelId="{A5CCA82B-4979-433D-B3BC-6FFAC45139B1}">
      <dgm:prSet phldrT="[Text]" custT="1"/>
      <dgm:spPr/>
      <dgm:t>
        <a:bodyPr/>
        <a:lstStyle/>
        <a:p>
          <a:pPr algn="r" rtl="1"/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رده 3←84 نفر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F296CEEE-7812-45DA-9FB0-24DC43A0ED02}" type="parTrans" cxnId="{14D237DF-CBF4-4FE4-A5A1-2717B6877606}">
      <dgm:prSet/>
      <dgm:spPr/>
      <dgm:t>
        <a:bodyPr/>
        <a:lstStyle/>
        <a:p>
          <a:endParaRPr lang="en-US"/>
        </a:p>
      </dgm:t>
    </dgm:pt>
    <dgm:pt modelId="{6B6EB38B-A350-4317-8F15-1A780E6C463F}" type="sibTrans" cxnId="{14D237DF-CBF4-4FE4-A5A1-2717B6877606}">
      <dgm:prSet/>
      <dgm:spPr/>
      <dgm:t>
        <a:bodyPr/>
        <a:lstStyle/>
        <a:p>
          <a:endParaRPr lang="en-US"/>
        </a:p>
      </dgm:t>
    </dgm:pt>
    <dgm:pt modelId="{C60ABC12-87D0-4F20-8DCA-183BFF8F10EA}" type="pres">
      <dgm:prSet presAssocID="{A5FE936C-6892-40D6-BDC7-B4E7253DF949}" presName="Name0" presStyleCnt="0">
        <dgm:presLayoutVars>
          <dgm:chMax/>
          <dgm:chPref val="1"/>
          <dgm:dir val="rev"/>
          <dgm:animOne val="branch"/>
          <dgm:animLvl val="lvl"/>
          <dgm:resizeHandles/>
        </dgm:presLayoutVars>
      </dgm:prSet>
      <dgm:spPr/>
    </dgm:pt>
    <dgm:pt modelId="{295B1D87-B8BF-47D5-A052-670B57B2941E}" type="pres">
      <dgm:prSet presAssocID="{8BF68D2B-5475-4311-BB67-047734A53927}" presName="composite" presStyleCnt="0"/>
      <dgm:spPr/>
    </dgm:pt>
    <dgm:pt modelId="{FD5446BA-7425-48B9-B133-9B7E7C87A88B}" type="pres">
      <dgm:prSet presAssocID="{8BF68D2B-5475-4311-BB67-047734A53927}" presName="ParentAccent1" presStyleLbl="alignNode1" presStyleIdx="0" presStyleCnt="34"/>
      <dgm:spPr/>
    </dgm:pt>
    <dgm:pt modelId="{09812B96-E88C-4F83-82C5-8F6D250390F5}" type="pres">
      <dgm:prSet presAssocID="{8BF68D2B-5475-4311-BB67-047734A53927}" presName="ParentAccent2" presStyleLbl="alignNode1" presStyleIdx="1" presStyleCnt="34"/>
      <dgm:spPr/>
    </dgm:pt>
    <dgm:pt modelId="{0A923D31-13DC-4CA9-9116-72311D8B1E36}" type="pres">
      <dgm:prSet presAssocID="{8BF68D2B-5475-4311-BB67-047734A53927}" presName="ParentAccent3" presStyleLbl="alignNode1" presStyleIdx="2" presStyleCnt="34"/>
      <dgm:spPr/>
    </dgm:pt>
    <dgm:pt modelId="{F00F469A-07C6-42E9-9469-EEA1C133149C}" type="pres">
      <dgm:prSet presAssocID="{8BF68D2B-5475-4311-BB67-047734A53927}" presName="ParentAccent4" presStyleLbl="alignNode1" presStyleIdx="3" presStyleCnt="34"/>
      <dgm:spPr/>
    </dgm:pt>
    <dgm:pt modelId="{6515AD38-B48F-4CCE-80FE-BBBE90F1BBA8}" type="pres">
      <dgm:prSet presAssocID="{8BF68D2B-5475-4311-BB67-047734A53927}" presName="ParentAccent5" presStyleLbl="alignNode1" presStyleIdx="4" presStyleCnt="34"/>
      <dgm:spPr/>
    </dgm:pt>
    <dgm:pt modelId="{8243CB17-D974-41BA-B311-927058E6D8A2}" type="pres">
      <dgm:prSet presAssocID="{8BF68D2B-5475-4311-BB67-047734A53927}" presName="ParentAccent6" presStyleLbl="alignNode1" presStyleIdx="5" presStyleCnt="34"/>
      <dgm:spPr/>
    </dgm:pt>
    <dgm:pt modelId="{934473C3-CFAB-44DE-9B33-B22D800A3C36}" type="pres">
      <dgm:prSet presAssocID="{8BF68D2B-5475-4311-BB67-047734A53927}" presName="ParentAccent7" presStyleLbl="alignNode1" presStyleIdx="6" presStyleCnt="34"/>
      <dgm:spPr/>
    </dgm:pt>
    <dgm:pt modelId="{A26C972A-9F17-4512-A5B9-E32B277FA8FB}" type="pres">
      <dgm:prSet presAssocID="{8BF68D2B-5475-4311-BB67-047734A53927}" presName="ParentAccent8" presStyleLbl="alignNode1" presStyleIdx="7" presStyleCnt="34"/>
      <dgm:spPr/>
    </dgm:pt>
    <dgm:pt modelId="{1A39A1D3-F4CF-47FB-8EA4-E4E549DF3188}" type="pres">
      <dgm:prSet presAssocID="{8BF68D2B-5475-4311-BB67-047734A53927}" presName="ParentAccent9" presStyleLbl="alignNode1" presStyleIdx="8" presStyleCnt="34"/>
      <dgm:spPr/>
    </dgm:pt>
    <dgm:pt modelId="{B5558B41-6BBF-4E42-B419-4F31ED6A9764}" type="pres">
      <dgm:prSet presAssocID="{8BF68D2B-5475-4311-BB67-047734A53927}" presName="ParentAccent10" presStyleLbl="alignNode1" presStyleIdx="9" presStyleCnt="34"/>
      <dgm:spPr/>
    </dgm:pt>
    <dgm:pt modelId="{3D1EA9B5-98F6-4AA0-8EE5-E8B74D9663FE}" type="pres">
      <dgm:prSet presAssocID="{8BF68D2B-5475-4311-BB67-047734A53927}" presName="Parent" presStyleLbl="alignNode1" presStyleIdx="10" presStyleCnt="34">
        <dgm:presLayoutVars>
          <dgm:chMax val="5"/>
          <dgm:chPref val="3"/>
          <dgm:bulletEnabled val="1"/>
        </dgm:presLayoutVars>
      </dgm:prSet>
      <dgm:spPr/>
    </dgm:pt>
    <dgm:pt modelId="{2D604DEE-506B-48A9-9E32-81BA42BBE7C3}" type="pres">
      <dgm:prSet presAssocID="{0688AE50-71F1-41CE-BD27-70D0DBF09216}" presName="Child1Accent1" presStyleLbl="alignNode1" presStyleIdx="11" presStyleCnt="34"/>
      <dgm:spPr/>
    </dgm:pt>
    <dgm:pt modelId="{06E93FF4-D8AA-48DF-882C-730290A84B20}" type="pres">
      <dgm:prSet presAssocID="{0688AE50-71F1-41CE-BD27-70D0DBF09216}" presName="Child1Accent2" presStyleLbl="alignNode1" presStyleIdx="12" presStyleCnt="34"/>
      <dgm:spPr/>
    </dgm:pt>
    <dgm:pt modelId="{15F1B9DE-4DF4-48EA-A751-A36AA605F05D}" type="pres">
      <dgm:prSet presAssocID="{0688AE50-71F1-41CE-BD27-70D0DBF09216}" presName="Child1Accent3" presStyleLbl="alignNode1" presStyleIdx="13" presStyleCnt="34"/>
      <dgm:spPr/>
    </dgm:pt>
    <dgm:pt modelId="{51EA2A51-AEAB-4109-9409-679D73B445EC}" type="pres">
      <dgm:prSet presAssocID="{0688AE50-71F1-41CE-BD27-70D0DBF09216}" presName="Child1Accent4" presStyleLbl="alignNode1" presStyleIdx="14" presStyleCnt="34"/>
      <dgm:spPr/>
    </dgm:pt>
    <dgm:pt modelId="{D3F25F71-1A1B-4D13-9CF1-16CBC90D08E1}" type="pres">
      <dgm:prSet presAssocID="{0688AE50-71F1-41CE-BD27-70D0DBF09216}" presName="Child1Accent5" presStyleLbl="alignNode1" presStyleIdx="15" presStyleCnt="34"/>
      <dgm:spPr/>
    </dgm:pt>
    <dgm:pt modelId="{67B907E2-AD7B-4260-8544-9D5894449ED4}" type="pres">
      <dgm:prSet presAssocID="{0688AE50-71F1-41CE-BD27-70D0DBF09216}" presName="Child1Accent6" presStyleLbl="alignNode1" presStyleIdx="16" presStyleCnt="34"/>
      <dgm:spPr/>
    </dgm:pt>
    <dgm:pt modelId="{4C8837AA-3648-4076-933C-CC9E0B0473A6}" type="pres">
      <dgm:prSet presAssocID="{0688AE50-71F1-41CE-BD27-70D0DBF09216}" presName="Child1Accent7" presStyleLbl="alignNode1" presStyleIdx="17" presStyleCnt="34"/>
      <dgm:spPr/>
    </dgm:pt>
    <dgm:pt modelId="{55CC88F8-C23D-4F57-A354-363A01529D06}" type="pres">
      <dgm:prSet presAssocID="{0688AE50-71F1-41CE-BD27-70D0DBF09216}" presName="Child1Accent8" presStyleLbl="alignNode1" presStyleIdx="18" presStyleCnt="34"/>
      <dgm:spPr/>
    </dgm:pt>
    <dgm:pt modelId="{F98FC9E6-9C4D-42E2-8E7E-0FD40C2EDED1}" type="pres">
      <dgm:prSet presAssocID="{0688AE50-71F1-41CE-BD27-70D0DBF09216}" presName="Child1Accent9" presStyleLbl="alignNode1" presStyleIdx="19" presStyleCnt="34"/>
      <dgm:spPr/>
    </dgm:pt>
    <dgm:pt modelId="{34FE356E-9847-4368-98EE-3824A872B89A}" type="pres">
      <dgm:prSet presAssocID="{0688AE50-71F1-41CE-BD27-70D0DBF09216}" presName="Child1" presStyleLbl="revTx" presStyleIdx="0" presStyleCnt="3">
        <dgm:presLayoutVars>
          <dgm:chMax/>
          <dgm:chPref val="0"/>
          <dgm:bulletEnabled val="1"/>
        </dgm:presLayoutVars>
      </dgm:prSet>
      <dgm:spPr/>
    </dgm:pt>
    <dgm:pt modelId="{911B0E53-8BE9-443C-9CF1-9AF48B274941}" type="pres">
      <dgm:prSet presAssocID="{C78BC8B8-FFE1-4082-AA4E-6BC78809D968}" presName="Child2Accent1" presStyleLbl="alignNode1" presStyleIdx="20" presStyleCnt="34"/>
      <dgm:spPr/>
    </dgm:pt>
    <dgm:pt modelId="{03760428-C8A6-4403-A54A-A3D787E809CC}" type="pres">
      <dgm:prSet presAssocID="{C78BC8B8-FFE1-4082-AA4E-6BC78809D968}" presName="Child2Accent2" presStyleLbl="alignNode1" presStyleIdx="21" presStyleCnt="34"/>
      <dgm:spPr/>
    </dgm:pt>
    <dgm:pt modelId="{32C7A886-90A4-4405-ABB1-2D3DA3BD8906}" type="pres">
      <dgm:prSet presAssocID="{C78BC8B8-FFE1-4082-AA4E-6BC78809D968}" presName="Child2Accent3" presStyleLbl="alignNode1" presStyleIdx="22" presStyleCnt="34"/>
      <dgm:spPr/>
    </dgm:pt>
    <dgm:pt modelId="{E713B40F-23A7-4ECF-9304-B2A1FA089921}" type="pres">
      <dgm:prSet presAssocID="{C78BC8B8-FFE1-4082-AA4E-6BC78809D968}" presName="Child2Accent4" presStyleLbl="alignNode1" presStyleIdx="23" presStyleCnt="34"/>
      <dgm:spPr/>
    </dgm:pt>
    <dgm:pt modelId="{909FE08F-29CD-44AF-98BB-7292F470FC62}" type="pres">
      <dgm:prSet presAssocID="{C78BC8B8-FFE1-4082-AA4E-6BC78809D968}" presName="Child2Accent5" presStyleLbl="alignNode1" presStyleIdx="24" presStyleCnt="34"/>
      <dgm:spPr/>
    </dgm:pt>
    <dgm:pt modelId="{DF97C6F3-217C-4B79-BF7A-99DFD477EDF3}" type="pres">
      <dgm:prSet presAssocID="{C78BC8B8-FFE1-4082-AA4E-6BC78809D968}" presName="Child2Accent6" presStyleLbl="alignNode1" presStyleIdx="25" presStyleCnt="34"/>
      <dgm:spPr/>
    </dgm:pt>
    <dgm:pt modelId="{412DD6F0-D376-47F8-9E57-70FAC52B4893}" type="pres">
      <dgm:prSet presAssocID="{C78BC8B8-FFE1-4082-AA4E-6BC78809D968}" presName="Child2Accent7" presStyleLbl="alignNode1" presStyleIdx="26" presStyleCnt="34"/>
      <dgm:spPr/>
    </dgm:pt>
    <dgm:pt modelId="{456D5F01-0838-42DF-A1EF-D4403E2D0AFA}" type="pres">
      <dgm:prSet presAssocID="{C78BC8B8-FFE1-4082-AA4E-6BC78809D968}" presName="Child2" presStyleLbl="revTx" presStyleIdx="1" presStyleCnt="3">
        <dgm:presLayoutVars>
          <dgm:chMax/>
          <dgm:chPref val="0"/>
          <dgm:bulletEnabled val="1"/>
        </dgm:presLayoutVars>
      </dgm:prSet>
      <dgm:spPr/>
    </dgm:pt>
    <dgm:pt modelId="{6CF17011-A7B3-4B62-9583-A79472B05B96}" type="pres">
      <dgm:prSet presAssocID="{A5CCA82B-4979-433D-B3BC-6FFAC45139B1}" presName="Child3Accent1" presStyleLbl="alignNode1" presStyleIdx="27" presStyleCnt="34"/>
      <dgm:spPr/>
    </dgm:pt>
    <dgm:pt modelId="{03B68536-C86B-46DE-99CA-2CF25F67C0DA}" type="pres">
      <dgm:prSet presAssocID="{A5CCA82B-4979-433D-B3BC-6FFAC45139B1}" presName="Child3Accent2" presStyleLbl="alignNode1" presStyleIdx="28" presStyleCnt="34"/>
      <dgm:spPr/>
    </dgm:pt>
    <dgm:pt modelId="{7494FF7F-2F9F-46A1-A781-2387D9B75AF2}" type="pres">
      <dgm:prSet presAssocID="{A5CCA82B-4979-433D-B3BC-6FFAC45139B1}" presName="Child3Accent3" presStyleLbl="alignNode1" presStyleIdx="29" presStyleCnt="34"/>
      <dgm:spPr/>
    </dgm:pt>
    <dgm:pt modelId="{4B5833A9-DCB8-475D-B207-A22E059FB85D}" type="pres">
      <dgm:prSet presAssocID="{A5CCA82B-4979-433D-B3BC-6FFAC45139B1}" presName="Child3Accent4" presStyleLbl="alignNode1" presStyleIdx="30" presStyleCnt="34"/>
      <dgm:spPr/>
    </dgm:pt>
    <dgm:pt modelId="{9BE4BCE6-1963-40AB-9F4A-411C69C57030}" type="pres">
      <dgm:prSet presAssocID="{A5CCA82B-4979-433D-B3BC-6FFAC45139B1}" presName="Child3Accent5" presStyleLbl="alignNode1" presStyleIdx="31" presStyleCnt="34"/>
      <dgm:spPr/>
    </dgm:pt>
    <dgm:pt modelId="{ABCC356F-F910-4322-83DC-172769E964F8}" type="pres">
      <dgm:prSet presAssocID="{A5CCA82B-4979-433D-B3BC-6FFAC45139B1}" presName="Child3Accent6" presStyleLbl="alignNode1" presStyleIdx="32" presStyleCnt="34"/>
      <dgm:spPr/>
    </dgm:pt>
    <dgm:pt modelId="{778F0E8A-EABB-456F-BF17-703237C4FFA8}" type="pres">
      <dgm:prSet presAssocID="{A5CCA82B-4979-433D-B3BC-6FFAC45139B1}" presName="Child3Accent7" presStyleLbl="alignNode1" presStyleIdx="33" presStyleCnt="34"/>
      <dgm:spPr/>
    </dgm:pt>
    <dgm:pt modelId="{204FF64C-2631-48A5-8FC5-DE8AC8730B3C}" type="pres">
      <dgm:prSet presAssocID="{A5CCA82B-4979-433D-B3BC-6FFAC45139B1}" presName="Child3" presStyleLbl="revTx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1E1D2713-A7DF-46AA-AEB4-EFB4DE829557}" type="presOf" srcId="{A5CCA82B-4979-433D-B3BC-6FFAC45139B1}" destId="{204FF64C-2631-48A5-8FC5-DE8AC8730B3C}" srcOrd="0" destOrd="0" presId="urn:microsoft.com/office/officeart/2011/layout/ConvergingText"/>
    <dgm:cxn modelId="{4119B841-1359-4123-A92F-0BF81145C01F}" srcId="{A5FE936C-6892-40D6-BDC7-B4E7253DF949}" destId="{8BF68D2B-5475-4311-BB67-047734A53927}" srcOrd="0" destOrd="0" parTransId="{0C953F2A-65C7-4E26-B4D1-0208274481D8}" sibTransId="{74D0F2B5-E386-488C-9347-2435E12B65F3}"/>
    <dgm:cxn modelId="{EF9E1D74-8FAD-4059-B546-5A6CEE95CF3B}" type="presOf" srcId="{0688AE50-71F1-41CE-BD27-70D0DBF09216}" destId="{34FE356E-9847-4368-98EE-3824A872B89A}" srcOrd="0" destOrd="0" presId="urn:microsoft.com/office/officeart/2011/layout/ConvergingText"/>
    <dgm:cxn modelId="{CAC534A9-8DF1-43D4-80F0-9F447960B41E}" type="presOf" srcId="{C78BC8B8-FFE1-4082-AA4E-6BC78809D968}" destId="{456D5F01-0838-42DF-A1EF-D4403E2D0AFA}" srcOrd="0" destOrd="0" presId="urn:microsoft.com/office/officeart/2011/layout/ConvergingText"/>
    <dgm:cxn modelId="{9965D1C1-8B6A-445E-A828-957652C17155}" srcId="{8BF68D2B-5475-4311-BB67-047734A53927}" destId="{C78BC8B8-FFE1-4082-AA4E-6BC78809D968}" srcOrd="1" destOrd="0" parTransId="{4E23E147-0E80-489B-A50F-3295B5516653}" sibTransId="{F4D96B97-72BC-4E17-A93A-25FBA398A4D7}"/>
    <dgm:cxn modelId="{A5F421DF-6A3B-4505-BE5E-5CBF91B88B76}" type="presOf" srcId="{8BF68D2B-5475-4311-BB67-047734A53927}" destId="{3D1EA9B5-98F6-4AA0-8EE5-E8B74D9663FE}" srcOrd="0" destOrd="0" presId="urn:microsoft.com/office/officeart/2011/layout/ConvergingText"/>
    <dgm:cxn modelId="{14D237DF-CBF4-4FE4-A5A1-2717B6877606}" srcId="{8BF68D2B-5475-4311-BB67-047734A53927}" destId="{A5CCA82B-4979-433D-B3BC-6FFAC45139B1}" srcOrd="2" destOrd="0" parTransId="{F296CEEE-7812-45DA-9FB0-24DC43A0ED02}" sibTransId="{6B6EB38B-A350-4317-8F15-1A780E6C463F}"/>
    <dgm:cxn modelId="{41D352E3-9484-4970-8D6A-28CFE359F058}" srcId="{8BF68D2B-5475-4311-BB67-047734A53927}" destId="{0688AE50-71F1-41CE-BD27-70D0DBF09216}" srcOrd="0" destOrd="0" parTransId="{0B489EB0-D966-4A2A-BBBF-5892A8739E65}" sibTransId="{9E57675B-B661-4A44-A675-516CFC7C321D}"/>
    <dgm:cxn modelId="{B99FF0E7-A820-44C6-8B4E-A6B77A4F7E0D}" type="presOf" srcId="{A5FE936C-6892-40D6-BDC7-B4E7253DF949}" destId="{C60ABC12-87D0-4F20-8DCA-183BFF8F10EA}" srcOrd="0" destOrd="0" presId="urn:microsoft.com/office/officeart/2011/layout/ConvergingText"/>
    <dgm:cxn modelId="{D14D1C4F-5270-48BF-851F-C2C42FD8DE22}" type="presParOf" srcId="{C60ABC12-87D0-4F20-8DCA-183BFF8F10EA}" destId="{295B1D87-B8BF-47D5-A052-670B57B2941E}" srcOrd="0" destOrd="0" presId="urn:microsoft.com/office/officeart/2011/layout/ConvergingText"/>
    <dgm:cxn modelId="{81DA3C7F-B3EE-438B-9F5B-D8AD6F76BAFE}" type="presParOf" srcId="{295B1D87-B8BF-47D5-A052-670B57B2941E}" destId="{FD5446BA-7425-48B9-B133-9B7E7C87A88B}" srcOrd="0" destOrd="0" presId="urn:microsoft.com/office/officeart/2011/layout/ConvergingText"/>
    <dgm:cxn modelId="{2103D4A6-B775-417F-A40A-5C686AC4FF53}" type="presParOf" srcId="{295B1D87-B8BF-47D5-A052-670B57B2941E}" destId="{09812B96-E88C-4F83-82C5-8F6D250390F5}" srcOrd="1" destOrd="0" presId="urn:microsoft.com/office/officeart/2011/layout/ConvergingText"/>
    <dgm:cxn modelId="{985AF3E0-917E-47ED-BDE5-97236E9FC2A1}" type="presParOf" srcId="{295B1D87-B8BF-47D5-A052-670B57B2941E}" destId="{0A923D31-13DC-4CA9-9116-72311D8B1E36}" srcOrd="2" destOrd="0" presId="urn:microsoft.com/office/officeart/2011/layout/ConvergingText"/>
    <dgm:cxn modelId="{9FEC23F9-E484-49BD-946E-412173819730}" type="presParOf" srcId="{295B1D87-B8BF-47D5-A052-670B57B2941E}" destId="{F00F469A-07C6-42E9-9469-EEA1C133149C}" srcOrd="3" destOrd="0" presId="urn:microsoft.com/office/officeart/2011/layout/ConvergingText"/>
    <dgm:cxn modelId="{3AA5D95F-34EE-427F-A65E-0762DCC8BCD3}" type="presParOf" srcId="{295B1D87-B8BF-47D5-A052-670B57B2941E}" destId="{6515AD38-B48F-4CCE-80FE-BBBE90F1BBA8}" srcOrd="4" destOrd="0" presId="urn:microsoft.com/office/officeart/2011/layout/ConvergingText"/>
    <dgm:cxn modelId="{F9DDAC32-DCB2-4A6D-A1C7-F5D49C61488D}" type="presParOf" srcId="{295B1D87-B8BF-47D5-A052-670B57B2941E}" destId="{8243CB17-D974-41BA-B311-927058E6D8A2}" srcOrd="5" destOrd="0" presId="urn:microsoft.com/office/officeart/2011/layout/ConvergingText"/>
    <dgm:cxn modelId="{D3D53815-1CD7-443E-8C9A-5B9D92481C26}" type="presParOf" srcId="{295B1D87-B8BF-47D5-A052-670B57B2941E}" destId="{934473C3-CFAB-44DE-9B33-B22D800A3C36}" srcOrd="6" destOrd="0" presId="urn:microsoft.com/office/officeart/2011/layout/ConvergingText"/>
    <dgm:cxn modelId="{E84447A9-7D2C-4678-A6B8-3CC78FBB81C1}" type="presParOf" srcId="{295B1D87-B8BF-47D5-A052-670B57B2941E}" destId="{A26C972A-9F17-4512-A5B9-E32B277FA8FB}" srcOrd="7" destOrd="0" presId="urn:microsoft.com/office/officeart/2011/layout/ConvergingText"/>
    <dgm:cxn modelId="{1E4B76C3-7328-4C1A-A446-6212A20F30EA}" type="presParOf" srcId="{295B1D87-B8BF-47D5-A052-670B57B2941E}" destId="{1A39A1D3-F4CF-47FB-8EA4-E4E549DF3188}" srcOrd="8" destOrd="0" presId="urn:microsoft.com/office/officeart/2011/layout/ConvergingText"/>
    <dgm:cxn modelId="{833E857B-E16B-487A-A0D9-F9FAF05D997E}" type="presParOf" srcId="{295B1D87-B8BF-47D5-A052-670B57B2941E}" destId="{B5558B41-6BBF-4E42-B419-4F31ED6A9764}" srcOrd="9" destOrd="0" presId="urn:microsoft.com/office/officeart/2011/layout/ConvergingText"/>
    <dgm:cxn modelId="{F1E8791A-F421-4A53-A492-ABC8ABF73E08}" type="presParOf" srcId="{295B1D87-B8BF-47D5-A052-670B57B2941E}" destId="{3D1EA9B5-98F6-4AA0-8EE5-E8B74D9663FE}" srcOrd="10" destOrd="0" presId="urn:microsoft.com/office/officeart/2011/layout/ConvergingText"/>
    <dgm:cxn modelId="{04F2D068-09DF-4B63-8F2D-6FB4018A0946}" type="presParOf" srcId="{295B1D87-B8BF-47D5-A052-670B57B2941E}" destId="{2D604DEE-506B-48A9-9E32-81BA42BBE7C3}" srcOrd="11" destOrd="0" presId="urn:microsoft.com/office/officeart/2011/layout/ConvergingText"/>
    <dgm:cxn modelId="{4F9ACDEB-B67B-4B1E-9F04-49274F9D5F06}" type="presParOf" srcId="{295B1D87-B8BF-47D5-A052-670B57B2941E}" destId="{06E93FF4-D8AA-48DF-882C-730290A84B20}" srcOrd="12" destOrd="0" presId="urn:microsoft.com/office/officeart/2011/layout/ConvergingText"/>
    <dgm:cxn modelId="{87459036-9C5D-4375-B068-3816ACF9A08C}" type="presParOf" srcId="{295B1D87-B8BF-47D5-A052-670B57B2941E}" destId="{15F1B9DE-4DF4-48EA-A751-A36AA605F05D}" srcOrd="13" destOrd="0" presId="urn:microsoft.com/office/officeart/2011/layout/ConvergingText"/>
    <dgm:cxn modelId="{9EF220AB-D9EE-42EE-A6F9-D42E614C20A8}" type="presParOf" srcId="{295B1D87-B8BF-47D5-A052-670B57B2941E}" destId="{51EA2A51-AEAB-4109-9409-679D73B445EC}" srcOrd="14" destOrd="0" presId="urn:microsoft.com/office/officeart/2011/layout/ConvergingText"/>
    <dgm:cxn modelId="{D25A1011-7C73-4571-ACB8-34A2E403BB17}" type="presParOf" srcId="{295B1D87-B8BF-47D5-A052-670B57B2941E}" destId="{D3F25F71-1A1B-4D13-9CF1-16CBC90D08E1}" srcOrd="15" destOrd="0" presId="urn:microsoft.com/office/officeart/2011/layout/ConvergingText"/>
    <dgm:cxn modelId="{1C6D862F-AFFF-4329-B42B-A0F65AC7A330}" type="presParOf" srcId="{295B1D87-B8BF-47D5-A052-670B57B2941E}" destId="{67B907E2-AD7B-4260-8544-9D5894449ED4}" srcOrd="16" destOrd="0" presId="urn:microsoft.com/office/officeart/2011/layout/ConvergingText"/>
    <dgm:cxn modelId="{C33A7E35-D32C-4104-B603-7347F4EA9762}" type="presParOf" srcId="{295B1D87-B8BF-47D5-A052-670B57B2941E}" destId="{4C8837AA-3648-4076-933C-CC9E0B0473A6}" srcOrd="17" destOrd="0" presId="urn:microsoft.com/office/officeart/2011/layout/ConvergingText"/>
    <dgm:cxn modelId="{FC38BF6C-C645-402C-A8AF-88EE454EA426}" type="presParOf" srcId="{295B1D87-B8BF-47D5-A052-670B57B2941E}" destId="{55CC88F8-C23D-4F57-A354-363A01529D06}" srcOrd="18" destOrd="0" presId="urn:microsoft.com/office/officeart/2011/layout/ConvergingText"/>
    <dgm:cxn modelId="{C7394864-5004-4A97-8E58-42DAB187AEC7}" type="presParOf" srcId="{295B1D87-B8BF-47D5-A052-670B57B2941E}" destId="{F98FC9E6-9C4D-42E2-8E7E-0FD40C2EDED1}" srcOrd="19" destOrd="0" presId="urn:microsoft.com/office/officeart/2011/layout/ConvergingText"/>
    <dgm:cxn modelId="{38718F80-4E55-495D-BBDA-28438323FB5E}" type="presParOf" srcId="{295B1D87-B8BF-47D5-A052-670B57B2941E}" destId="{34FE356E-9847-4368-98EE-3824A872B89A}" srcOrd="20" destOrd="0" presId="urn:microsoft.com/office/officeart/2011/layout/ConvergingText"/>
    <dgm:cxn modelId="{43B25B6D-2A83-4F1D-816A-38FF287A4683}" type="presParOf" srcId="{295B1D87-B8BF-47D5-A052-670B57B2941E}" destId="{911B0E53-8BE9-443C-9CF1-9AF48B274941}" srcOrd="21" destOrd="0" presId="urn:microsoft.com/office/officeart/2011/layout/ConvergingText"/>
    <dgm:cxn modelId="{46FD1E65-DED4-4DDB-BD58-9F3B70BC36F2}" type="presParOf" srcId="{295B1D87-B8BF-47D5-A052-670B57B2941E}" destId="{03760428-C8A6-4403-A54A-A3D787E809CC}" srcOrd="22" destOrd="0" presId="urn:microsoft.com/office/officeart/2011/layout/ConvergingText"/>
    <dgm:cxn modelId="{80D4DAA3-0889-4E46-9051-E3F9F377C182}" type="presParOf" srcId="{295B1D87-B8BF-47D5-A052-670B57B2941E}" destId="{32C7A886-90A4-4405-ABB1-2D3DA3BD8906}" srcOrd="23" destOrd="0" presId="urn:microsoft.com/office/officeart/2011/layout/ConvergingText"/>
    <dgm:cxn modelId="{E98D1CC6-FB3D-481A-A9A3-7689146B8CCA}" type="presParOf" srcId="{295B1D87-B8BF-47D5-A052-670B57B2941E}" destId="{E713B40F-23A7-4ECF-9304-B2A1FA089921}" srcOrd="24" destOrd="0" presId="urn:microsoft.com/office/officeart/2011/layout/ConvergingText"/>
    <dgm:cxn modelId="{E10A11F8-A51A-4E67-BF93-0080F2DC1604}" type="presParOf" srcId="{295B1D87-B8BF-47D5-A052-670B57B2941E}" destId="{909FE08F-29CD-44AF-98BB-7292F470FC62}" srcOrd="25" destOrd="0" presId="urn:microsoft.com/office/officeart/2011/layout/ConvergingText"/>
    <dgm:cxn modelId="{B09138DA-F70C-4B75-B3DB-F40F83F77129}" type="presParOf" srcId="{295B1D87-B8BF-47D5-A052-670B57B2941E}" destId="{DF97C6F3-217C-4B79-BF7A-99DFD477EDF3}" srcOrd="26" destOrd="0" presId="urn:microsoft.com/office/officeart/2011/layout/ConvergingText"/>
    <dgm:cxn modelId="{46E184D6-884F-467F-9E77-C23DAEC475B9}" type="presParOf" srcId="{295B1D87-B8BF-47D5-A052-670B57B2941E}" destId="{412DD6F0-D376-47F8-9E57-70FAC52B4893}" srcOrd="27" destOrd="0" presId="urn:microsoft.com/office/officeart/2011/layout/ConvergingText"/>
    <dgm:cxn modelId="{56EF1311-06B3-46A2-AC71-AF995C5A9DBC}" type="presParOf" srcId="{295B1D87-B8BF-47D5-A052-670B57B2941E}" destId="{456D5F01-0838-42DF-A1EF-D4403E2D0AFA}" srcOrd="28" destOrd="0" presId="urn:microsoft.com/office/officeart/2011/layout/ConvergingText"/>
    <dgm:cxn modelId="{2ADBF7DC-C851-449D-918C-AE31B645F91C}" type="presParOf" srcId="{295B1D87-B8BF-47D5-A052-670B57B2941E}" destId="{6CF17011-A7B3-4B62-9583-A79472B05B96}" srcOrd="29" destOrd="0" presId="urn:microsoft.com/office/officeart/2011/layout/ConvergingText"/>
    <dgm:cxn modelId="{5D276211-FB98-44D0-8BFD-DC567AB95635}" type="presParOf" srcId="{295B1D87-B8BF-47D5-A052-670B57B2941E}" destId="{03B68536-C86B-46DE-99CA-2CF25F67C0DA}" srcOrd="30" destOrd="0" presId="urn:microsoft.com/office/officeart/2011/layout/ConvergingText"/>
    <dgm:cxn modelId="{D889EF31-723B-474E-91D4-795FAAE1E840}" type="presParOf" srcId="{295B1D87-B8BF-47D5-A052-670B57B2941E}" destId="{7494FF7F-2F9F-46A1-A781-2387D9B75AF2}" srcOrd="31" destOrd="0" presId="urn:microsoft.com/office/officeart/2011/layout/ConvergingText"/>
    <dgm:cxn modelId="{06E6F752-CE10-4926-BB27-3E2AE02451CA}" type="presParOf" srcId="{295B1D87-B8BF-47D5-A052-670B57B2941E}" destId="{4B5833A9-DCB8-475D-B207-A22E059FB85D}" srcOrd="32" destOrd="0" presId="urn:microsoft.com/office/officeart/2011/layout/ConvergingText"/>
    <dgm:cxn modelId="{B01BA71F-EEA6-4DD6-A811-1C413A39706D}" type="presParOf" srcId="{295B1D87-B8BF-47D5-A052-670B57B2941E}" destId="{9BE4BCE6-1963-40AB-9F4A-411C69C57030}" srcOrd="33" destOrd="0" presId="urn:microsoft.com/office/officeart/2011/layout/ConvergingText"/>
    <dgm:cxn modelId="{C021ED8B-F89C-4C30-954F-C946FCBB3277}" type="presParOf" srcId="{295B1D87-B8BF-47D5-A052-670B57B2941E}" destId="{ABCC356F-F910-4322-83DC-172769E964F8}" srcOrd="34" destOrd="0" presId="urn:microsoft.com/office/officeart/2011/layout/ConvergingText"/>
    <dgm:cxn modelId="{DFE951D5-FCE7-4724-84E9-79AA013217E3}" type="presParOf" srcId="{295B1D87-B8BF-47D5-A052-670B57B2941E}" destId="{778F0E8A-EABB-456F-BF17-703237C4FFA8}" srcOrd="35" destOrd="0" presId="urn:microsoft.com/office/officeart/2011/layout/ConvergingText"/>
    <dgm:cxn modelId="{75BDA2EE-8039-4A02-B9CA-BD49EA89943E}" type="presParOf" srcId="{295B1D87-B8BF-47D5-A052-670B57B2941E}" destId="{204FF64C-2631-48A5-8FC5-DE8AC8730B3C}" srcOrd="36" destOrd="0" presId="urn:microsoft.com/office/officeart/2011/layout/ConvergingTex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5-1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Age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</a:t>
          </a:r>
          <a:r>
            <a:rPr lang="en-US" sz="1700" kern="1200" baseline="-25000">
              <a:cs typeface="B Nazanin" panose="00000400000000000000" pitchFamily="2" charset="-78"/>
            </a:rPr>
            <a:t>3</a:t>
          </a:r>
          <a:r>
            <a:rPr lang="en-US" sz="1700" kern="1200">
              <a:cs typeface="B Nazanin" panose="00000400000000000000" pitchFamily="2" charset="-78"/>
            </a:rPr>
            <a:t>+1.5IQR=51+1.5(17)→76.5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843BE874-F0AA-492E-82DB-874CB1AA6A33}">
      <dgm:prSet phldrT="[Text]"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</a:t>
          </a:r>
          <a:r>
            <a:rPr lang="en-US" sz="1700" kern="1200" baseline="-25000">
              <a:cs typeface="B Nazanin" panose="00000400000000000000" pitchFamily="2" charset="-78"/>
            </a:rPr>
            <a:t>1</a:t>
          </a:r>
          <a:r>
            <a:rPr lang="en-US" sz="1700" kern="1200">
              <a:cs typeface="B Nazanin" panose="00000400000000000000" pitchFamily="2" charset="-78"/>
            </a:rPr>
            <a:t>-1.5IQR= 34-1.5(17)→8.5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gm:t>
    </dgm:pt>
    <dgm:pt modelId="{BB349887-185F-463C-B5D1-1162E3F73C51}" type="parTrans" cxnId="{1B86FA29-D719-4AAF-85D8-FDB069A7D778}">
      <dgm:prSet/>
      <dgm:spPr/>
      <dgm:t>
        <a:bodyPr/>
        <a:lstStyle/>
        <a:p>
          <a:endParaRPr lang="en-US"/>
        </a:p>
      </dgm:t>
    </dgm:pt>
    <dgm:pt modelId="{19E358B9-876D-4F99-B218-85C5E0911FF9}" type="sibTrans" cxnId="{1B86FA29-D719-4AAF-85D8-FDB069A7D778}">
      <dgm:prSet/>
      <dgm:spPr/>
      <dgm:t>
        <a:bodyPr/>
        <a:lstStyle/>
        <a:p>
          <a:endParaRPr lang="en-US"/>
        </a:p>
      </dgm:t>
    </dgm:pt>
    <dgm:pt modelId="{9F9DB3AB-0C54-4D82-BDD7-89E163463F1F}">
      <dgm:prSet phldrT="[Text]"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700" kern="1200">
              <a:cs typeface="B Nazanin" panose="00000400000000000000" pitchFamily="2" charset="-78"/>
            </a:rPr>
            <a:t>با این حساب این فیلد فاقد داده پرت می‎‌باشد.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gm:t>
    </dgm:pt>
    <dgm:pt modelId="{12DEF796-F89C-49C2-B8EF-D59EF8567105}" type="parTrans" cxnId="{A6CBCB69-22FC-443F-94BD-0F45F18B41E5}">
      <dgm:prSet/>
      <dgm:spPr/>
      <dgm:t>
        <a:bodyPr/>
        <a:lstStyle/>
        <a:p>
          <a:endParaRPr lang="en-US"/>
        </a:p>
      </dgm:t>
    </dgm:pt>
    <dgm:pt modelId="{D1877A92-53A7-4C26-B460-8A29F919711E}" type="sibTrans" cxnId="{A6CBCB69-22FC-443F-94BD-0F45F18B41E5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/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/>
    </dgm:pt>
  </dgm:ptLst>
  <dgm:cxnLst>
    <dgm:cxn modelId="{1B86FA29-D719-4AAF-85D8-FDB069A7D778}" srcId="{2721B3E1-1DE3-4FB9-BBF5-835AFD611C24}" destId="{843BE874-F0AA-492E-82DB-874CB1AA6A33}" srcOrd="1" destOrd="0" parTransId="{BB349887-185F-463C-B5D1-1162E3F73C51}" sibTransId="{19E358B9-876D-4F99-B218-85C5E0911FF9}"/>
    <dgm:cxn modelId="{AC106B2B-6B8D-4C29-B6CA-C2A6CB9BEA9E}" type="presOf" srcId="{9F9DB3AB-0C54-4D82-BDD7-89E163463F1F}" destId="{370517C4-A58F-435D-B7C0-A2FEC1358C63}" srcOrd="0" destOrd="2" presId="urn:microsoft.com/office/officeart/2005/8/layout/hList1"/>
    <dgm:cxn modelId="{A6CBCB69-22FC-443F-94BD-0F45F18B41E5}" srcId="{2721B3E1-1DE3-4FB9-BBF5-835AFD611C24}" destId="{9F9DB3AB-0C54-4D82-BDD7-89E163463F1F}" srcOrd="2" destOrd="0" parTransId="{12DEF796-F89C-49C2-B8EF-D59EF8567105}" sibTransId="{D1877A92-53A7-4C26-B460-8A29F919711E}"/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39AFE79D-18A8-488D-A635-412631B4B91C}" type="presOf" srcId="{843BE874-F0AA-492E-82DB-874CB1AA6A33}" destId="{370517C4-A58F-435D-B7C0-A2FEC1358C63}" srcOrd="0" destOrd="1" presId="urn:microsoft.com/office/officeart/2005/8/layout/hList1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 spcFirstLastPara="0" vert="horz" wrap="square" lIns="120904" tIns="69088" rIns="120904" bIns="69088" numCol="1" spcCol="1270" anchor="ctr" anchorCtr="0"/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5-6 فیلد </a:t>
          </a:r>
          <a:r>
            <a:rPr lang="en-US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PrevexP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 spcFirstLastPara="0" vert="horz" wrap="square" lIns="90678" tIns="90678" rIns="120904" bIns="136017" numCol="1" spcCol="1270" anchor="t" anchorCtr="0"/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Q3 + 1.5 IQR = 319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601FEE13-5432-45CF-9D00-23CC9B8BF1ED}">
      <dgm:prSet custT="1"/>
      <dgm:spPr/>
      <dgm:t>
        <a:bodyPr spcFirstLastPara="0" vert="horz" wrap="square" lIns="90678" tIns="90678" rIns="120904" bIns="136017" numCol="1" spcCol="1270" anchor="t" anchorCtr="0"/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Q1 - 1.5 IQR = -161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2562BCD8-D4C2-457C-B424-0B2B526AA680}" type="parTrans" cxnId="{B2504C51-6811-4859-974F-53088F0F6A81}">
      <dgm:prSet/>
      <dgm:spPr/>
      <dgm:t>
        <a:bodyPr/>
        <a:lstStyle/>
        <a:p>
          <a:endParaRPr lang="en-US"/>
        </a:p>
      </dgm:t>
    </dgm:pt>
    <dgm:pt modelId="{2AA33CB3-3C58-4900-91B5-FEE64F645689}" type="sibTrans" cxnId="{B2504C51-6811-4859-974F-53088F0F6A81}">
      <dgm:prSet/>
      <dgm:spPr/>
      <dgm:t>
        <a:bodyPr/>
        <a:lstStyle/>
        <a:p>
          <a:endParaRPr lang="en-US"/>
        </a:p>
      </dgm:t>
    </dgm:pt>
    <dgm:pt modelId="{DBBC2A5C-8804-4705-97BD-805B630BFA97}">
      <dgm:prSet custT="1"/>
      <dgm:spPr/>
      <dgm:t>
        <a:bodyPr spcFirstLastPara="0" vert="horz" wrap="square" lIns="90678" tIns="90678" rIns="120904" bIns="136017" numCol="1" spcCol="1270" anchor="t" anchorCtr="0"/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افراد با سابقه کاری قبلی بسیار طولانی به وضوح پرت در سمت بالا هستند.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B3C87000-D9B1-4EF7-93B7-406BB13B42F2}" type="parTrans" cxnId="{1E1EEDB2-C500-436C-8D9C-577741233868}">
      <dgm:prSet/>
      <dgm:spPr/>
      <dgm:t>
        <a:bodyPr/>
        <a:lstStyle/>
        <a:p>
          <a:endParaRPr lang="en-US"/>
        </a:p>
      </dgm:t>
    </dgm:pt>
    <dgm:pt modelId="{2775F226-212E-4D23-A086-34ADDC9CBE7A}" type="sibTrans" cxnId="{1E1EEDB2-C500-436C-8D9C-577741233868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>
        <a:xfrm>
          <a:off x="0" y="0"/>
          <a:ext cx="3171756" cy="864000"/>
        </a:xfrm>
        <a:prstGeom prst="rect">
          <a:avLst/>
        </a:prstGeom>
      </dgm:spPr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>
        <a:xfrm>
          <a:off x="1551" y="886252"/>
          <a:ext cx="3177973" cy="2017575"/>
        </a:xfrm>
        <a:prstGeom prst="rect">
          <a:avLst/>
        </a:prstGeom>
      </dgm:spPr>
    </dgm:pt>
  </dgm:ptLst>
  <dgm:cxnLst>
    <dgm:cxn modelId="{B2504C51-6811-4859-974F-53088F0F6A81}" srcId="{2721B3E1-1DE3-4FB9-BBF5-835AFD611C24}" destId="{601FEE13-5432-45CF-9D00-23CC9B8BF1ED}" srcOrd="1" destOrd="0" parTransId="{2562BCD8-D4C2-457C-B424-0B2B526AA680}" sibTransId="{2AA33CB3-3C58-4900-91B5-FEE64F645689}"/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1E1EEDB2-C500-436C-8D9C-577741233868}" srcId="{2721B3E1-1DE3-4FB9-BBF5-835AFD611C24}" destId="{DBBC2A5C-8804-4705-97BD-805B630BFA97}" srcOrd="2" destOrd="0" parTransId="{B3C87000-D9B1-4EF7-93B7-406BB13B42F2}" sibTransId="{2775F226-212E-4D23-A086-34ADDC9CBE7A}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031C2ABE-F479-463C-9C9B-7040CFA46616}" type="presOf" srcId="{DBBC2A5C-8804-4705-97BD-805B630BFA97}" destId="{370517C4-A58F-435D-B7C0-A2FEC1358C63}" srcOrd="0" destOrd="2" presId="urn:microsoft.com/office/officeart/2005/8/layout/hList1"/>
    <dgm:cxn modelId="{BF3F0CC1-DA5D-48D1-A134-86612F9363D8}" type="presOf" srcId="{601FEE13-5432-45CF-9D00-23CC9B8BF1ED}" destId="{370517C4-A58F-435D-B7C0-A2FEC1358C63}" srcOrd="0" destOrd="1" presId="urn:microsoft.com/office/officeart/2005/8/layout/hList1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5-5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JobTime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Q3 + 1.5 IQR = 117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658F0125-25CB-4757-92A5-7135DAA855E8}">
      <dgm:prSet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Q1 - 1.5 IQR = 45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40EABA01-11D6-4A24-ADC9-B3ACE9430546}" type="parTrans" cxnId="{8C07694F-D4C3-467E-865F-DCF5AC80828B}">
      <dgm:prSet/>
      <dgm:spPr/>
      <dgm:t>
        <a:bodyPr/>
        <a:lstStyle/>
        <a:p>
          <a:endParaRPr lang="en-US"/>
        </a:p>
      </dgm:t>
    </dgm:pt>
    <dgm:pt modelId="{D1577EFB-2D37-4831-8877-F96CEA5270DA}" type="sibTrans" cxnId="{8C07694F-D4C3-467E-865F-DCF5AC80828B}">
      <dgm:prSet/>
      <dgm:spPr/>
      <dgm:t>
        <a:bodyPr/>
        <a:lstStyle/>
        <a:p>
          <a:endParaRPr lang="en-US"/>
        </a:p>
      </dgm:t>
    </dgm:pt>
    <dgm:pt modelId="{C31738D3-3D8E-4304-839D-B65746EB117D}">
      <dgm:prSet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ar-SA" sz="1700" kern="1200">
              <a:cs typeface="B Nazanin" panose="00000400000000000000" pitchFamily="2" charset="-78"/>
            </a:rPr>
            <a:t>با این حساب این فیلد فاقد داده پرت می‎‌باشد.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071C9D53-BEBC-4188-AAE3-6EE13035252C}" type="parTrans" cxnId="{6714B787-963A-4E9B-9837-5CB0DE6A4D3C}">
      <dgm:prSet/>
      <dgm:spPr/>
      <dgm:t>
        <a:bodyPr/>
        <a:lstStyle/>
        <a:p>
          <a:endParaRPr lang="en-US"/>
        </a:p>
      </dgm:t>
    </dgm:pt>
    <dgm:pt modelId="{AC93CD9F-5D2D-48C1-AAF7-BB7BED57D232}" type="sibTrans" cxnId="{6714B787-963A-4E9B-9837-5CB0DE6A4D3C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/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/>
    </dgm:pt>
  </dgm:ptLst>
  <dgm:cxnLst>
    <dgm:cxn modelId="{8C07694F-D4C3-467E-865F-DCF5AC80828B}" srcId="{2721B3E1-1DE3-4FB9-BBF5-835AFD611C24}" destId="{658F0125-25CB-4757-92A5-7135DAA855E8}" srcOrd="1" destOrd="0" parTransId="{40EABA01-11D6-4A24-ADC9-B3ACE9430546}" sibTransId="{D1577EFB-2D37-4831-8877-F96CEA5270DA}"/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6714B787-963A-4E9B-9837-5CB0DE6A4D3C}" srcId="{2721B3E1-1DE3-4FB9-BBF5-835AFD611C24}" destId="{C31738D3-3D8E-4304-839D-B65746EB117D}" srcOrd="2" destOrd="0" parTransId="{071C9D53-BEBC-4188-AAE3-6EE13035252C}" sibTransId="{AC93CD9F-5D2D-48C1-AAF7-BB7BED57D232}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565ECEBD-3731-4929-A50B-DAA39D65A529}" type="presOf" srcId="{C31738D3-3D8E-4304-839D-B65746EB117D}" destId="{370517C4-A58F-435D-B7C0-A2FEC1358C63}" srcOrd="0" destOrd="2" presId="urn:microsoft.com/office/officeart/2005/8/layout/hList1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081ECAE7-2C7A-4C2F-A856-8EB3A891625B}" type="presOf" srcId="{658F0125-25CB-4757-92A5-7135DAA855E8}" destId="{370517C4-A58F-435D-B7C0-A2FEC1358C63}" srcOrd="0" destOrd="1" presId="urn:microsoft.com/office/officeart/2005/8/layout/hList1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5-4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SalBegin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Q3 + 1.5 IQR = 25,050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843B5B8E-153D-4ED1-BA7E-D28FCFEFE7F3}">
      <dgm:prSet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Q1 - 1.5 IQR = 4,890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213E870F-0B0B-4B4D-B1F5-8F21AF30847B}" type="parTrans" cxnId="{85F20605-E384-4A50-912C-10DE5FCB79E3}">
      <dgm:prSet/>
      <dgm:spPr/>
      <dgm:t>
        <a:bodyPr/>
        <a:lstStyle/>
        <a:p>
          <a:endParaRPr lang="en-US"/>
        </a:p>
      </dgm:t>
    </dgm:pt>
    <dgm:pt modelId="{2F794BEF-8361-4EF1-B076-98C3764F8572}" type="sibTrans" cxnId="{85F20605-E384-4A50-912C-10DE5FCB79E3}">
      <dgm:prSet/>
      <dgm:spPr/>
      <dgm:t>
        <a:bodyPr/>
        <a:lstStyle/>
        <a:p>
          <a:endParaRPr lang="en-US"/>
        </a:p>
      </dgm:t>
    </dgm:pt>
    <dgm:pt modelId="{FF911F8B-31AF-437A-9B15-753E093C589A}">
      <dgm:prSet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700" kern="1200">
              <a:cs typeface="B Nazanin" panose="00000400000000000000" pitchFamily="2" charset="-78"/>
            </a:rPr>
            <a:t>تعداد زیادی داده پرت در سمت بالا وجود دارد.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0A082DFF-23E0-47F5-8EF0-67E5579281FF}" type="parTrans" cxnId="{72CED6F2-9C3A-4973-B330-3528EE6F9704}">
      <dgm:prSet/>
      <dgm:spPr/>
      <dgm:t>
        <a:bodyPr/>
        <a:lstStyle/>
        <a:p>
          <a:endParaRPr lang="en-US"/>
        </a:p>
      </dgm:t>
    </dgm:pt>
    <dgm:pt modelId="{9DDC3A8E-6506-4924-B7CD-0B5BD294DC6F}" type="sibTrans" cxnId="{72CED6F2-9C3A-4973-B330-3528EE6F9704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/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/>
    </dgm:pt>
  </dgm:ptLst>
  <dgm:cxnLst>
    <dgm:cxn modelId="{85F20605-E384-4A50-912C-10DE5FCB79E3}" srcId="{2721B3E1-1DE3-4FB9-BBF5-835AFD611C24}" destId="{843B5B8E-153D-4ED1-BA7E-D28FCFEFE7F3}" srcOrd="1" destOrd="0" parTransId="{213E870F-0B0B-4B4D-B1F5-8F21AF30847B}" sibTransId="{2F794BEF-8361-4EF1-B076-98C3764F8572}"/>
    <dgm:cxn modelId="{5501CA0B-23B7-4874-B7BD-04FB83C27670}" type="presOf" srcId="{FF911F8B-31AF-437A-9B15-753E093C589A}" destId="{370517C4-A58F-435D-B7C0-A2FEC1358C63}" srcOrd="0" destOrd="2" presId="urn:microsoft.com/office/officeart/2005/8/layout/hList1"/>
    <dgm:cxn modelId="{938F1E14-B63E-43A5-91CA-E527EE28C266}" type="presOf" srcId="{843B5B8E-153D-4ED1-BA7E-D28FCFEFE7F3}" destId="{370517C4-A58F-435D-B7C0-A2FEC1358C63}" srcOrd="0" destOrd="1" presId="urn:microsoft.com/office/officeart/2005/8/layout/hList1"/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72CED6F2-9C3A-4973-B330-3528EE6F9704}" srcId="{2721B3E1-1DE3-4FB9-BBF5-835AFD611C24}" destId="{FF911F8B-31AF-437A-9B15-753E093C589A}" srcOrd="2" destOrd="0" parTransId="{0A082DFF-23E0-47F5-8EF0-67E5579281FF}" sibTransId="{9DDC3A8E-6506-4924-B7CD-0B5BD294DC6F}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5-3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Salary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Q3 + 1.5 IQR = 56,625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D9940792-7E0F-461C-A288-F6B1AE4E2AAA}">
      <dgm:prSet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Q1 - 1.5 IQR = 4,425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3BC656D1-7F2C-4603-830D-ED8FF9DB177E}" type="parTrans" cxnId="{31DE827F-1824-4C50-ABE3-EAC52A166EE3}">
      <dgm:prSet/>
      <dgm:spPr/>
      <dgm:t>
        <a:bodyPr/>
        <a:lstStyle/>
        <a:p>
          <a:endParaRPr lang="en-US"/>
        </a:p>
      </dgm:t>
    </dgm:pt>
    <dgm:pt modelId="{40F2C884-7120-4AF6-8953-0F40085E87FB}" type="sibTrans" cxnId="{31DE827F-1824-4C50-ABE3-EAC52A166EE3}">
      <dgm:prSet/>
      <dgm:spPr/>
      <dgm:t>
        <a:bodyPr/>
        <a:lstStyle/>
        <a:p>
          <a:endParaRPr lang="en-US"/>
        </a:p>
      </dgm:t>
    </dgm:pt>
    <dgm:pt modelId="{EB5E0F2C-3321-4213-8DED-152642F476FB}">
      <dgm:prSet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با توجه به چولگی شدید این متغیر، بیش از %25 از داده‌ها پرت هستند.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0311E5D6-50D4-416D-A87A-BF6A3ED7342E}" type="parTrans" cxnId="{38ED3B71-D6E8-4C60-A857-94F22DB5953E}">
      <dgm:prSet/>
      <dgm:spPr/>
      <dgm:t>
        <a:bodyPr/>
        <a:lstStyle/>
        <a:p>
          <a:endParaRPr lang="en-US"/>
        </a:p>
      </dgm:t>
    </dgm:pt>
    <dgm:pt modelId="{8677F62B-86ED-4E66-903A-BDB2A417B551}" type="sibTrans" cxnId="{38ED3B71-D6E8-4C60-A857-94F22DB5953E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/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/>
    </dgm:pt>
  </dgm:ptLst>
  <dgm:cxnLst>
    <dgm:cxn modelId="{38ED3B71-D6E8-4C60-A857-94F22DB5953E}" srcId="{2721B3E1-1DE3-4FB9-BBF5-835AFD611C24}" destId="{EB5E0F2C-3321-4213-8DED-152642F476FB}" srcOrd="2" destOrd="0" parTransId="{0311E5D6-50D4-416D-A87A-BF6A3ED7342E}" sibTransId="{8677F62B-86ED-4E66-903A-BDB2A417B551}"/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31DE827F-1824-4C50-ABE3-EAC52A166EE3}" srcId="{2721B3E1-1DE3-4FB9-BBF5-835AFD611C24}" destId="{D9940792-7E0F-461C-A288-F6B1AE4E2AAA}" srcOrd="1" destOrd="0" parTransId="{3BC656D1-7F2C-4603-830D-ED8FF9DB177E}" sibTransId="{40F2C884-7120-4AF6-8953-0F40085E87FB}"/>
    <dgm:cxn modelId="{4290EF98-4609-481B-BE2F-DA1D5B810A5B}" type="presOf" srcId="{D9940792-7E0F-461C-A288-F6B1AE4E2AAA}" destId="{370517C4-A58F-435D-B7C0-A2FEC1358C63}" srcOrd="0" destOrd="1" presId="urn:microsoft.com/office/officeart/2005/8/layout/hList1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5A9B6FE8-7198-402D-9D27-1917CA3F2BAA}" type="presOf" srcId="{EB5E0F2C-3321-4213-8DED-152642F476FB}" destId="{370517C4-A58F-435D-B7C0-A2FEC1358C63}" srcOrd="0" destOrd="2" presId="urn:microsoft.com/office/officeart/2005/8/layout/hList1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5-2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Educ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</a:t>
          </a:r>
          <a:r>
            <a:rPr lang="en-US" sz="1700" kern="1200" baseline="-25000">
              <a:cs typeface="B Nazanin" panose="00000400000000000000" pitchFamily="2" charset="-78"/>
            </a:rPr>
            <a:t>3</a:t>
          </a:r>
          <a:r>
            <a:rPr lang="en-US" sz="1700" kern="1200">
              <a:cs typeface="B Nazanin" panose="00000400000000000000" pitchFamily="2" charset="-78"/>
            </a:rPr>
            <a:t> + 1.5 IQR = 19.5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7CFA3D0D-F044-437F-86E5-2510ADDE59BD}">
      <dgm:prSet phldrT="[Text]"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</a:t>
          </a:r>
          <a:r>
            <a:rPr lang="en-US" sz="1700" kern="1200" baseline="-25000">
              <a:cs typeface="B Nazanin" panose="00000400000000000000" pitchFamily="2" charset="-78"/>
            </a:rPr>
            <a:t>1</a:t>
          </a:r>
          <a:r>
            <a:rPr lang="en-US" sz="1700" kern="1200">
              <a:cs typeface="B Nazanin" panose="00000400000000000000" pitchFamily="2" charset="-78"/>
            </a:rPr>
            <a:t> - 1.5 IQR = 7.5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gm:t>
    </dgm:pt>
    <dgm:pt modelId="{7C1B8B5E-9123-4A18-B513-EB90534F5212}" type="parTrans" cxnId="{27A62A47-10B4-4190-9310-A5F0C4DEF7F4}">
      <dgm:prSet/>
      <dgm:spPr/>
      <dgm:t>
        <a:bodyPr/>
        <a:lstStyle/>
        <a:p>
          <a:endParaRPr lang="en-US"/>
        </a:p>
      </dgm:t>
    </dgm:pt>
    <dgm:pt modelId="{75CEA6EC-1B83-4780-AB66-54582B9D30F4}" type="sibTrans" cxnId="{27A62A47-10B4-4190-9310-A5F0C4DEF7F4}">
      <dgm:prSet/>
      <dgm:spPr/>
      <dgm:t>
        <a:bodyPr/>
        <a:lstStyle/>
        <a:p>
          <a:endParaRPr lang="en-US"/>
        </a:p>
      </dgm:t>
    </dgm:pt>
    <dgm:pt modelId="{6C725225-3ED9-45F7-9D5E-34EDB3F7F0D7}">
      <dgm:prSet phldrT="[Text]"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مقادیر 20 و 21 سال پرت هستند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.</a:t>
          </a:r>
        </a:p>
      </dgm:t>
    </dgm:pt>
    <dgm:pt modelId="{E7BB2B57-28D6-4CC1-832F-C1B7CE9BBFB9}" type="parTrans" cxnId="{AAF2F3E7-8CDB-4DD5-83B8-7C9C0E184ECC}">
      <dgm:prSet/>
      <dgm:spPr/>
      <dgm:t>
        <a:bodyPr/>
        <a:lstStyle/>
        <a:p>
          <a:endParaRPr lang="en-US"/>
        </a:p>
      </dgm:t>
    </dgm:pt>
    <dgm:pt modelId="{71EAA84D-DD99-4234-AB80-8DF865DB59B2}" type="sibTrans" cxnId="{AAF2F3E7-8CDB-4DD5-83B8-7C9C0E184ECC}">
      <dgm:prSet/>
      <dgm:spPr/>
      <dgm:t>
        <a:bodyPr/>
        <a:lstStyle/>
        <a:p>
          <a:endParaRPr lang="en-US"/>
        </a:p>
      </dgm:t>
    </dgm:pt>
    <dgm:pt modelId="{FB9C687E-94F3-4FF7-8C25-8CBAA46DD09C}">
      <dgm:prSet phldrT="[Text]" custT="1"/>
      <dgm:spPr/>
      <dgm:t>
        <a:bodyPr/>
        <a:lstStyle/>
        <a:p>
          <a:pPr algn="r" rtl="1">
            <a:lnSpc>
              <a:spcPct val="150000"/>
            </a:lnSpc>
            <a:buFont typeface="Wingdings" panose="05000000000000000000" pitchFamily="2" charset="2"/>
            <a:buNone/>
          </a:pP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gm:t>
    </dgm:pt>
    <dgm:pt modelId="{25D3735A-3D22-405A-87D2-0F0E6169E5A3}" type="parTrans" cxnId="{2F2E87CE-DD36-4808-BA45-14E542E559DA}">
      <dgm:prSet/>
      <dgm:spPr/>
      <dgm:t>
        <a:bodyPr/>
        <a:lstStyle/>
        <a:p>
          <a:endParaRPr lang="en-US"/>
        </a:p>
      </dgm:t>
    </dgm:pt>
    <dgm:pt modelId="{D0D7CF19-347C-4062-91BA-99352EB0F00B}" type="sibTrans" cxnId="{2F2E87CE-DD36-4808-BA45-14E542E559DA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/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/>
    </dgm:pt>
  </dgm:ptLst>
  <dgm:cxnLst>
    <dgm:cxn modelId="{633FA416-A3FD-4996-8CBE-A7146961E78F}" type="presOf" srcId="{7CFA3D0D-F044-437F-86E5-2510ADDE59BD}" destId="{370517C4-A58F-435D-B7C0-A2FEC1358C63}" srcOrd="0" destOrd="1" presId="urn:microsoft.com/office/officeart/2005/8/layout/hList1"/>
    <dgm:cxn modelId="{27A62A47-10B4-4190-9310-A5F0C4DEF7F4}" srcId="{2721B3E1-1DE3-4FB9-BBF5-835AFD611C24}" destId="{7CFA3D0D-F044-437F-86E5-2510ADDE59BD}" srcOrd="1" destOrd="0" parTransId="{7C1B8B5E-9123-4A18-B513-EB90534F5212}" sibTransId="{75CEA6EC-1B83-4780-AB66-54582B9D30F4}"/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E378C87D-E8A8-4733-A18F-2448FB33B6BD}" type="presOf" srcId="{FB9C687E-94F3-4FF7-8C25-8CBAA46DD09C}" destId="{370517C4-A58F-435D-B7C0-A2FEC1358C63}" srcOrd="0" destOrd="3" presId="urn:microsoft.com/office/officeart/2005/8/layout/hList1"/>
    <dgm:cxn modelId="{82EC65A3-13CA-4CC7-8854-DF0941C3063E}" type="presOf" srcId="{6C725225-3ED9-45F7-9D5E-34EDB3F7F0D7}" destId="{370517C4-A58F-435D-B7C0-A2FEC1358C63}" srcOrd="0" destOrd="2" presId="urn:microsoft.com/office/officeart/2005/8/layout/hList1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2F2E87CE-DD36-4808-BA45-14E542E559DA}" srcId="{2721B3E1-1DE3-4FB9-BBF5-835AFD611C24}" destId="{FB9C687E-94F3-4FF7-8C25-8CBAA46DD09C}" srcOrd="3" destOrd="0" parTransId="{25D3735A-3D22-405A-87D2-0F0E6169E5A3}" sibTransId="{D0D7CF19-347C-4062-91BA-99352EB0F00B}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AAF2F3E7-8CDB-4DD5-83B8-7C9C0E184ECC}" srcId="{2721B3E1-1DE3-4FB9-BBF5-835AFD611C24}" destId="{6C725225-3ED9-45F7-9D5E-34EDB3F7F0D7}" srcOrd="2" destOrd="0" parTransId="{E7BB2B57-28D6-4CC1-832F-C1B7CE9BBFB9}" sibTransId="{71EAA84D-DD99-4234-AB80-8DF865DB59B2}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B4B28B0-C763-4D98-B468-AFBF94135143}" type="doc">
      <dgm:prSet loTypeId="urn:microsoft.com/office/officeart/2005/8/layout/balance1" loCatId="relationship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5DE95B4-B15F-4D65-BC65-FB003E989C4D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Anderson-Darling</a:t>
          </a:r>
        </a:p>
      </dgm:t>
    </dgm:pt>
    <dgm:pt modelId="{19E7F44E-185A-4EAB-933C-F8FE10CB9746}" type="parTrans" cxnId="{CA34C2C3-7C42-475D-A54F-F59DEA96CB49}">
      <dgm:prSet/>
      <dgm:spPr/>
      <dgm:t>
        <a:bodyPr/>
        <a:lstStyle/>
        <a:p>
          <a:endParaRPr lang="en-US"/>
        </a:p>
      </dgm:t>
    </dgm:pt>
    <dgm:pt modelId="{5C1C52E2-6A62-422E-8CC0-DBA1EAC9E104}" type="sibTrans" cxnId="{CA34C2C3-7C42-475D-A54F-F59DEA96CB49}">
      <dgm:prSet/>
      <dgm:spPr/>
      <dgm:t>
        <a:bodyPr/>
        <a:lstStyle/>
        <a:p>
          <a:endParaRPr lang="en-US"/>
        </a:p>
      </dgm:t>
    </dgm:pt>
    <dgm:pt modelId="{7FCA136E-89C6-4344-AB6A-CA2669C3D605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حساسیت بالاتر به دم‌ها در توزیع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3B705DE7-06DD-4BFF-B358-962758EB336A}" type="parTrans" cxnId="{439E68F3-D6B8-41C2-8AD7-544CF8197522}">
      <dgm:prSet/>
      <dgm:spPr/>
      <dgm:t>
        <a:bodyPr/>
        <a:lstStyle/>
        <a:p>
          <a:endParaRPr lang="en-US"/>
        </a:p>
      </dgm:t>
    </dgm:pt>
    <dgm:pt modelId="{EEBA9BC2-7745-42E5-AD5A-229C350E046B}" type="sibTrans" cxnId="{439E68F3-D6B8-41C2-8AD7-544CF8197522}">
      <dgm:prSet/>
      <dgm:spPr/>
      <dgm:t>
        <a:bodyPr/>
        <a:lstStyle/>
        <a:p>
          <a:endParaRPr lang="en-US"/>
        </a:p>
      </dgm:t>
    </dgm:pt>
    <dgm:pt modelId="{533CB6AA-998D-40D7-9F75-B6F19B794A50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برای نمونه با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N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بزرگتر قوی‌تر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(N≥2000)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DECD4106-5C50-442B-AF50-CF385A02BCB4}" type="parTrans" cxnId="{81E1F791-6CD8-4C3C-8D15-276992978AFF}">
      <dgm:prSet/>
      <dgm:spPr/>
      <dgm:t>
        <a:bodyPr/>
        <a:lstStyle/>
        <a:p>
          <a:endParaRPr lang="en-US"/>
        </a:p>
      </dgm:t>
    </dgm:pt>
    <dgm:pt modelId="{B069C0F2-5706-46F8-B28A-CA0F6FB1FC26}" type="sibTrans" cxnId="{81E1F791-6CD8-4C3C-8D15-276992978AFF}">
      <dgm:prSet/>
      <dgm:spPr/>
      <dgm:t>
        <a:bodyPr/>
        <a:lstStyle/>
        <a:p>
          <a:endParaRPr lang="en-US"/>
        </a:p>
      </dgm:t>
    </dgm:pt>
    <dgm:pt modelId="{E36734EF-A363-4E2E-BF27-59F68E4784AA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Shapiro-Wilk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CA490C93-40E6-47D6-BD0B-28B5A68B85B4}" type="parTrans" cxnId="{09F5A2B0-3956-40D7-9591-B501B3788369}">
      <dgm:prSet/>
      <dgm:spPr/>
      <dgm:t>
        <a:bodyPr/>
        <a:lstStyle/>
        <a:p>
          <a:endParaRPr lang="en-US"/>
        </a:p>
      </dgm:t>
    </dgm:pt>
    <dgm:pt modelId="{6521C900-C07E-4CB6-B28A-73C5209605DB}" type="sibTrans" cxnId="{09F5A2B0-3956-40D7-9591-B501B3788369}">
      <dgm:prSet/>
      <dgm:spPr/>
      <dgm:t>
        <a:bodyPr/>
        <a:lstStyle/>
        <a:p>
          <a:endParaRPr lang="en-US"/>
        </a:p>
      </dgm:t>
    </dgm:pt>
    <dgm:pt modelId="{8EF48273-24E1-4A62-90E7-DDA259A9831D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حساسیت بالا به تمام نقاط توزیع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2C424979-1002-4A5F-8B71-4D5AA3CEEB1D}" type="parTrans" cxnId="{9D1050D7-1E54-4A12-96C3-3B43238FB1E9}">
      <dgm:prSet/>
      <dgm:spPr/>
      <dgm:t>
        <a:bodyPr/>
        <a:lstStyle/>
        <a:p>
          <a:endParaRPr lang="en-US"/>
        </a:p>
      </dgm:t>
    </dgm:pt>
    <dgm:pt modelId="{ECFECD0F-991C-4C08-B183-5429813336F2}" type="sibTrans" cxnId="{9D1050D7-1E54-4A12-96C3-3B43238FB1E9}">
      <dgm:prSet/>
      <dgm:spPr/>
      <dgm:t>
        <a:bodyPr/>
        <a:lstStyle/>
        <a:p>
          <a:endParaRPr lang="en-US"/>
        </a:p>
      </dgm:t>
    </dgm:pt>
    <dgm:pt modelId="{0C64F2E3-8C74-4B04-81F2-14A012AC3F8A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200" kern="1200">
              <a:latin typeface="Calibri" panose="020F0502020204030204"/>
              <a:ea typeface="+mn-ea"/>
              <a:cs typeface="B Nazanin" panose="00000400000000000000" pitchFamily="2" charset="-78"/>
            </a:rPr>
            <a:t>یکی از قوی‌ترین آزمون‌ها، به‌ویژه برای نمونه‌های کوچک تا متوسط</a:t>
          </a:r>
          <a:r>
            <a:rPr lang="en-US" sz="1200" kern="1200">
              <a:latin typeface="Calibri" panose="020F0502020204030204"/>
              <a:ea typeface="+mn-ea"/>
              <a:cs typeface="B Nazanin" panose="00000400000000000000" pitchFamily="2" charset="-78"/>
            </a:rPr>
            <a:t>)</a:t>
          </a:r>
          <a:r>
            <a:rPr lang="fa-IR" sz="1200" kern="1200">
              <a:latin typeface="Calibri" panose="020F0502020204030204"/>
              <a:ea typeface="+mn-ea"/>
              <a:cs typeface="B Nazanin" panose="00000400000000000000" pitchFamily="2" charset="-78"/>
            </a:rPr>
            <a:t>2000≥</a:t>
          </a:r>
          <a:r>
            <a:rPr lang="en-US" sz="1200" kern="1200">
              <a:latin typeface="Calibri" panose="020F0502020204030204"/>
              <a:ea typeface="+mn-ea"/>
              <a:cs typeface="B Nazanin" panose="00000400000000000000" pitchFamily="2" charset="-78"/>
            </a:rPr>
            <a:t>(N</a:t>
          </a:r>
          <a:endParaRPr lang="en-US" sz="12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49673C20-21C1-413B-BA8B-1C1E012F05A9}" type="parTrans" cxnId="{B4AD9F8E-1E66-4EDB-A794-86BA1AFC600A}">
      <dgm:prSet/>
      <dgm:spPr/>
      <dgm:t>
        <a:bodyPr/>
        <a:lstStyle/>
        <a:p>
          <a:endParaRPr lang="en-US"/>
        </a:p>
      </dgm:t>
    </dgm:pt>
    <dgm:pt modelId="{582D8A6E-3ED3-48E3-9BA8-1A96054281E5}" type="sibTrans" cxnId="{B4AD9F8E-1E66-4EDB-A794-86BA1AFC600A}">
      <dgm:prSet/>
      <dgm:spPr/>
      <dgm:t>
        <a:bodyPr/>
        <a:lstStyle/>
        <a:p>
          <a:endParaRPr lang="en-US"/>
        </a:p>
      </dgm:t>
    </dgm:pt>
    <dgm:pt modelId="{90671D38-CDA8-4110-ADC4-9E5E8896FAEB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رایج‌ترین آزمون مورد استفاده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8A29FDDA-0B93-4C9D-89A8-B2F471961C64}" type="sibTrans" cxnId="{DD407403-99C3-4328-8AA4-84B86110528F}">
      <dgm:prSet/>
      <dgm:spPr/>
      <dgm:t>
        <a:bodyPr/>
        <a:lstStyle/>
        <a:p>
          <a:endParaRPr lang="en-US"/>
        </a:p>
      </dgm:t>
    </dgm:pt>
    <dgm:pt modelId="{33008690-12B6-4E58-9CFD-CAA60DF517E4}" type="parTrans" cxnId="{DD407403-99C3-4328-8AA4-84B86110528F}">
      <dgm:prSet/>
      <dgm:spPr/>
      <dgm:t>
        <a:bodyPr/>
        <a:lstStyle/>
        <a:p>
          <a:endParaRPr lang="en-US"/>
        </a:p>
      </dgm:t>
    </dgm:pt>
    <dgm:pt modelId="{EBB297F0-468E-4223-BE0A-40CC5AE2762B}" type="pres">
      <dgm:prSet presAssocID="{1B4B28B0-C763-4D98-B468-AFBF94135143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D9B32DB7-6D86-4A6C-BC3C-65EC9ADDA691}" type="pres">
      <dgm:prSet presAssocID="{1B4B28B0-C763-4D98-B468-AFBF94135143}" presName="dummyMaxCanvas" presStyleCnt="0"/>
      <dgm:spPr/>
    </dgm:pt>
    <dgm:pt modelId="{AEE23BAA-9888-46B3-9C3E-4419FB078FC0}" type="pres">
      <dgm:prSet presAssocID="{1B4B28B0-C763-4D98-B468-AFBF94135143}" presName="parentComposite" presStyleCnt="0"/>
      <dgm:spPr/>
    </dgm:pt>
    <dgm:pt modelId="{F728E807-8C4B-4178-BD16-659494FB7916}" type="pres">
      <dgm:prSet presAssocID="{1B4B28B0-C763-4D98-B468-AFBF94135143}" presName="parent1" presStyleLbl="alignAccFollowNode1" presStyleIdx="0" presStyleCnt="4">
        <dgm:presLayoutVars>
          <dgm:chMax val="4"/>
        </dgm:presLayoutVars>
      </dgm:prSet>
      <dgm:spPr/>
    </dgm:pt>
    <dgm:pt modelId="{DC00FAF3-504C-45E8-9B93-4BACFD7CB465}" type="pres">
      <dgm:prSet presAssocID="{1B4B28B0-C763-4D98-B468-AFBF94135143}" presName="parent2" presStyleLbl="alignAccFollowNode1" presStyleIdx="1" presStyleCnt="4">
        <dgm:presLayoutVars>
          <dgm:chMax val="4"/>
        </dgm:presLayoutVars>
      </dgm:prSet>
      <dgm:spPr/>
    </dgm:pt>
    <dgm:pt modelId="{506FC7D9-FD30-4616-A3EA-C0D9BE7F509E}" type="pres">
      <dgm:prSet presAssocID="{1B4B28B0-C763-4D98-B468-AFBF94135143}" presName="childrenComposite" presStyleCnt="0"/>
      <dgm:spPr/>
    </dgm:pt>
    <dgm:pt modelId="{89D71E27-F918-47FB-8E49-90EFD3888B05}" type="pres">
      <dgm:prSet presAssocID="{1B4B28B0-C763-4D98-B468-AFBF94135143}" presName="dummyMaxCanvas_ChildArea" presStyleCnt="0"/>
      <dgm:spPr/>
    </dgm:pt>
    <dgm:pt modelId="{44184F73-2A42-4C53-86C1-F1CD98F10B25}" type="pres">
      <dgm:prSet presAssocID="{1B4B28B0-C763-4D98-B468-AFBF94135143}" presName="fulcrum" presStyleLbl="alignAccFollowNode1" presStyleIdx="2" presStyleCnt="4"/>
      <dgm:spPr/>
    </dgm:pt>
    <dgm:pt modelId="{96D545BE-CF68-4347-AC84-23D04B943967}" type="pres">
      <dgm:prSet presAssocID="{1B4B28B0-C763-4D98-B468-AFBF94135143}" presName="balance_23" presStyleLbl="alignAccFollowNode1" presStyleIdx="3" presStyleCnt="4">
        <dgm:presLayoutVars>
          <dgm:bulletEnabled val="1"/>
        </dgm:presLayoutVars>
      </dgm:prSet>
      <dgm:spPr/>
    </dgm:pt>
    <dgm:pt modelId="{24359A80-1D06-404E-AF4C-A0D707545ACD}" type="pres">
      <dgm:prSet presAssocID="{1B4B28B0-C763-4D98-B468-AFBF94135143}" presName="right_23_1" presStyleLbl="node1" presStyleIdx="0" presStyleCnt="5">
        <dgm:presLayoutVars>
          <dgm:bulletEnabled val="1"/>
        </dgm:presLayoutVars>
      </dgm:prSet>
      <dgm:spPr/>
    </dgm:pt>
    <dgm:pt modelId="{FAE299FC-FD46-4ACE-BAAC-60903C6BC364}" type="pres">
      <dgm:prSet presAssocID="{1B4B28B0-C763-4D98-B468-AFBF94135143}" presName="right_23_2" presStyleLbl="node1" presStyleIdx="1" presStyleCnt="5">
        <dgm:presLayoutVars>
          <dgm:bulletEnabled val="1"/>
        </dgm:presLayoutVars>
      </dgm:prSet>
      <dgm:spPr/>
    </dgm:pt>
    <dgm:pt modelId="{AC06F76F-E1A6-4BDF-BFE6-B1F1DE5A52BD}" type="pres">
      <dgm:prSet presAssocID="{1B4B28B0-C763-4D98-B468-AFBF94135143}" presName="right_23_3" presStyleLbl="node1" presStyleIdx="2" presStyleCnt="5">
        <dgm:presLayoutVars>
          <dgm:bulletEnabled val="1"/>
        </dgm:presLayoutVars>
      </dgm:prSet>
      <dgm:spPr/>
    </dgm:pt>
    <dgm:pt modelId="{F2C7BA54-5394-404E-97F7-69E68F80E261}" type="pres">
      <dgm:prSet presAssocID="{1B4B28B0-C763-4D98-B468-AFBF94135143}" presName="left_23_1" presStyleLbl="node1" presStyleIdx="3" presStyleCnt="5">
        <dgm:presLayoutVars>
          <dgm:bulletEnabled val="1"/>
        </dgm:presLayoutVars>
      </dgm:prSet>
      <dgm:spPr/>
    </dgm:pt>
    <dgm:pt modelId="{9FC94DC5-1574-4BA2-A3B1-52E3A4E74C23}" type="pres">
      <dgm:prSet presAssocID="{1B4B28B0-C763-4D98-B468-AFBF94135143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DD407403-99C3-4328-8AA4-84B86110528F}" srcId="{E36734EF-A363-4E2E-BF27-59F68E4784AA}" destId="{90671D38-CDA8-4110-ADC4-9E5E8896FAEB}" srcOrd="2" destOrd="0" parTransId="{33008690-12B6-4E58-9CFD-CAA60DF517E4}" sibTransId="{8A29FDDA-0B93-4C9D-89A8-B2F471961C64}"/>
    <dgm:cxn modelId="{B4D0773F-9713-479B-9225-0A89F7FA249D}" type="presOf" srcId="{B5DE95B4-B15F-4D65-BC65-FB003E989C4D}" destId="{F728E807-8C4B-4178-BD16-659494FB7916}" srcOrd="0" destOrd="0" presId="urn:microsoft.com/office/officeart/2005/8/layout/balance1"/>
    <dgm:cxn modelId="{2B815E5D-810B-46DF-A7E6-D78493547ED3}" type="presOf" srcId="{90671D38-CDA8-4110-ADC4-9E5E8896FAEB}" destId="{AC06F76F-E1A6-4BDF-BFE6-B1F1DE5A52BD}" srcOrd="0" destOrd="0" presId="urn:microsoft.com/office/officeart/2005/8/layout/balance1"/>
    <dgm:cxn modelId="{6C9FE160-72BB-4679-B94B-8608BF64EEBC}" type="presOf" srcId="{0C64F2E3-8C74-4B04-81F2-14A012AC3F8A}" destId="{FAE299FC-FD46-4ACE-BAAC-60903C6BC364}" srcOrd="0" destOrd="0" presId="urn:microsoft.com/office/officeart/2005/8/layout/balance1"/>
    <dgm:cxn modelId="{3EBC1174-ABB9-450C-87F3-65EB55CA0108}" type="presOf" srcId="{E36734EF-A363-4E2E-BF27-59F68E4784AA}" destId="{DC00FAF3-504C-45E8-9B93-4BACFD7CB465}" srcOrd="0" destOrd="0" presId="urn:microsoft.com/office/officeart/2005/8/layout/balance1"/>
    <dgm:cxn modelId="{B4AD9F8E-1E66-4EDB-A794-86BA1AFC600A}" srcId="{E36734EF-A363-4E2E-BF27-59F68E4784AA}" destId="{0C64F2E3-8C74-4B04-81F2-14A012AC3F8A}" srcOrd="1" destOrd="0" parTransId="{49673C20-21C1-413B-BA8B-1C1E012F05A9}" sibTransId="{582D8A6E-3ED3-48E3-9BA8-1A96054281E5}"/>
    <dgm:cxn modelId="{81E1F791-6CD8-4C3C-8D15-276992978AFF}" srcId="{B5DE95B4-B15F-4D65-BC65-FB003E989C4D}" destId="{533CB6AA-998D-40D7-9F75-B6F19B794A50}" srcOrd="1" destOrd="0" parTransId="{DECD4106-5C50-442B-AF50-CF385A02BCB4}" sibTransId="{B069C0F2-5706-46F8-B28A-CA0F6FB1FC26}"/>
    <dgm:cxn modelId="{5A7D6DA0-3324-4A84-8EE7-B8CB56E0C833}" type="presOf" srcId="{7FCA136E-89C6-4344-AB6A-CA2669C3D605}" destId="{F2C7BA54-5394-404E-97F7-69E68F80E261}" srcOrd="0" destOrd="0" presId="urn:microsoft.com/office/officeart/2005/8/layout/balance1"/>
    <dgm:cxn modelId="{09F5A2B0-3956-40D7-9591-B501B3788369}" srcId="{1B4B28B0-C763-4D98-B468-AFBF94135143}" destId="{E36734EF-A363-4E2E-BF27-59F68E4784AA}" srcOrd="1" destOrd="0" parTransId="{CA490C93-40E6-47D6-BD0B-28B5A68B85B4}" sibTransId="{6521C900-C07E-4CB6-B28A-73C5209605DB}"/>
    <dgm:cxn modelId="{375245B3-3CB5-4DEC-AE80-C3405ED7EE8D}" type="presOf" srcId="{533CB6AA-998D-40D7-9F75-B6F19B794A50}" destId="{9FC94DC5-1574-4BA2-A3B1-52E3A4E74C23}" srcOrd="0" destOrd="0" presId="urn:microsoft.com/office/officeart/2005/8/layout/balance1"/>
    <dgm:cxn modelId="{529031B4-6F04-4247-BD3B-9F0A87901270}" type="presOf" srcId="{8EF48273-24E1-4A62-90E7-DDA259A9831D}" destId="{24359A80-1D06-404E-AF4C-A0D707545ACD}" srcOrd="0" destOrd="0" presId="urn:microsoft.com/office/officeart/2005/8/layout/balance1"/>
    <dgm:cxn modelId="{CA34C2C3-7C42-475D-A54F-F59DEA96CB49}" srcId="{1B4B28B0-C763-4D98-B468-AFBF94135143}" destId="{B5DE95B4-B15F-4D65-BC65-FB003E989C4D}" srcOrd="0" destOrd="0" parTransId="{19E7F44E-185A-4EAB-933C-F8FE10CB9746}" sibTransId="{5C1C52E2-6A62-422E-8CC0-DBA1EAC9E104}"/>
    <dgm:cxn modelId="{9D1050D7-1E54-4A12-96C3-3B43238FB1E9}" srcId="{E36734EF-A363-4E2E-BF27-59F68E4784AA}" destId="{8EF48273-24E1-4A62-90E7-DDA259A9831D}" srcOrd="0" destOrd="0" parTransId="{2C424979-1002-4A5F-8B71-4D5AA3CEEB1D}" sibTransId="{ECFECD0F-991C-4C08-B183-5429813336F2}"/>
    <dgm:cxn modelId="{439E68F3-D6B8-41C2-8AD7-544CF8197522}" srcId="{B5DE95B4-B15F-4D65-BC65-FB003E989C4D}" destId="{7FCA136E-89C6-4344-AB6A-CA2669C3D605}" srcOrd="0" destOrd="0" parTransId="{3B705DE7-06DD-4BFF-B358-962758EB336A}" sibTransId="{EEBA9BC2-7745-42E5-AD5A-229C350E046B}"/>
    <dgm:cxn modelId="{6C7D30FD-FEF6-46F5-BAAD-2D45CCD8DD3E}" type="presOf" srcId="{1B4B28B0-C763-4D98-B468-AFBF94135143}" destId="{EBB297F0-468E-4223-BE0A-40CC5AE2762B}" srcOrd="0" destOrd="0" presId="urn:microsoft.com/office/officeart/2005/8/layout/balance1"/>
    <dgm:cxn modelId="{BEF3012F-F047-48E6-9FBD-D5DDFBB0071D}" type="presParOf" srcId="{EBB297F0-468E-4223-BE0A-40CC5AE2762B}" destId="{D9B32DB7-6D86-4A6C-BC3C-65EC9ADDA691}" srcOrd="0" destOrd="0" presId="urn:microsoft.com/office/officeart/2005/8/layout/balance1"/>
    <dgm:cxn modelId="{B31A449A-D98D-41BD-93CC-D706E3EE1920}" type="presParOf" srcId="{EBB297F0-468E-4223-BE0A-40CC5AE2762B}" destId="{AEE23BAA-9888-46B3-9C3E-4419FB078FC0}" srcOrd="1" destOrd="0" presId="urn:microsoft.com/office/officeart/2005/8/layout/balance1"/>
    <dgm:cxn modelId="{9B9CE7F8-622B-4792-99CF-530F9F28BA7D}" type="presParOf" srcId="{AEE23BAA-9888-46B3-9C3E-4419FB078FC0}" destId="{F728E807-8C4B-4178-BD16-659494FB7916}" srcOrd="0" destOrd="0" presId="urn:microsoft.com/office/officeart/2005/8/layout/balance1"/>
    <dgm:cxn modelId="{22214091-969B-45E8-A38E-C89DF7A9E6E9}" type="presParOf" srcId="{AEE23BAA-9888-46B3-9C3E-4419FB078FC0}" destId="{DC00FAF3-504C-45E8-9B93-4BACFD7CB465}" srcOrd="1" destOrd="0" presId="urn:microsoft.com/office/officeart/2005/8/layout/balance1"/>
    <dgm:cxn modelId="{6C8BAAA1-267D-4FA5-BD83-B30259FAAAD7}" type="presParOf" srcId="{EBB297F0-468E-4223-BE0A-40CC5AE2762B}" destId="{506FC7D9-FD30-4616-A3EA-C0D9BE7F509E}" srcOrd="2" destOrd="0" presId="urn:microsoft.com/office/officeart/2005/8/layout/balance1"/>
    <dgm:cxn modelId="{B387606F-5D07-4710-BC9F-64619CB0A750}" type="presParOf" srcId="{506FC7D9-FD30-4616-A3EA-C0D9BE7F509E}" destId="{89D71E27-F918-47FB-8E49-90EFD3888B05}" srcOrd="0" destOrd="0" presId="urn:microsoft.com/office/officeart/2005/8/layout/balance1"/>
    <dgm:cxn modelId="{50057D15-45C7-4C7C-ACA4-E93021249DC0}" type="presParOf" srcId="{506FC7D9-FD30-4616-A3EA-C0D9BE7F509E}" destId="{44184F73-2A42-4C53-86C1-F1CD98F10B25}" srcOrd="1" destOrd="0" presId="urn:microsoft.com/office/officeart/2005/8/layout/balance1"/>
    <dgm:cxn modelId="{DB6D9047-21E4-4C33-8826-486C6AD7FA99}" type="presParOf" srcId="{506FC7D9-FD30-4616-A3EA-C0D9BE7F509E}" destId="{96D545BE-CF68-4347-AC84-23D04B943967}" srcOrd="2" destOrd="0" presId="urn:microsoft.com/office/officeart/2005/8/layout/balance1"/>
    <dgm:cxn modelId="{440F2137-DA45-4C30-AE11-9A551B80BED0}" type="presParOf" srcId="{506FC7D9-FD30-4616-A3EA-C0D9BE7F509E}" destId="{24359A80-1D06-404E-AF4C-A0D707545ACD}" srcOrd="3" destOrd="0" presId="urn:microsoft.com/office/officeart/2005/8/layout/balance1"/>
    <dgm:cxn modelId="{E75CB56B-5471-4DA6-A3FC-F401CDA8202D}" type="presParOf" srcId="{506FC7D9-FD30-4616-A3EA-C0D9BE7F509E}" destId="{FAE299FC-FD46-4ACE-BAAC-60903C6BC364}" srcOrd="4" destOrd="0" presId="urn:microsoft.com/office/officeart/2005/8/layout/balance1"/>
    <dgm:cxn modelId="{8095A121-0354-4DA0-9335-01D5427ABC9E}" type="presParOf" srcId="{506FC7D9-FD30-4616-A3EA-C0D9BE7F509E}" destId="{AC06F76F-E1A6-4BDF-BFE6-B1F1DE5A52BD}" srcOrd="5" destOrd="0" presId="urn:microsoft.com/office/officeart/2005/8/layout/balance1"/>
    <dgm:cxn modelId="{6ED49EDC-7D5E-4ED2-AE9B-04D1CB60EDCA}" type="presParOf" srcId="{506FC7D9-FD30-4616-A3EA-C0D9BE7F509E}" destId="{F2C7BA54-5394-404E-97F7-69E68F80E261}" srcOrd="6" destOrd="0" presId="urn:microsoft.com/office/officeart/2005/8/layout/balance1"/>
    <dgm:cxn modelId="{D169F24F-190A-4DAB-93F9-C965D60150BA}" type="presParOf" srcId="{506FC7D9-FD30-4616-A3EA-C0D9BE7F509E}" destId="{9FC94DC5-1574-4BA2-A3B1-52E3A4E74C23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E6226F4-DD42-4FCC-A5BE-BD0AE6722066}" type="doc">
      <dgm:prSet loTypeId="urn:microsoft.com/office/officeart/2008/layout/VerticalCurvedList" loCatId="list" qsTypeId="urn:microsoft.com/office/officeart/2005/8/quickstyle/3d1" qsCatId="3D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3E435463-FBB7-48B4-A676-65F6980F7A8F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فرض </a:t>
          </a:r>
          <a:r>
            <a:rPr lang="en-US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H0</a:t>
          </a:r>
          <a:r>
            <a:rPr lang="fa-IR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← توزیع نرمال است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19602CC7-72FE-4CC7-BA94-DB92A2711921}" type="parTrans" cxnId="{62ECF8C9-B957-4A77-AFFD-CE4E99BCAD93}">
      <dgm:prSet/>
      <dgm:spPr/>
      <dgm:t>
        <a:bodyPr/>
        <a:lstStyle/>
        <a:p>
          <a:endParaRPr lang="en-US"/>
        </a:p>
      </dgm:t>
    </dgm:pt>
    <dgm:pt modelId="{55A9FF92-B917-45B8-9153-85A692EC6EF4}" type="sibTrans" cxnId="{62ECF8C9-B957-4A77-AFFD-CE4E99BCAD93}">
      <dgm:prSet/>
      <dgm:spPr/>
      <dgm:t>
        <a:bodyPr/>
        <a:lstStyle/>
        <a:p>
          <a:endParaRPr lang="en-US"/>
        </a:p>
      </dgm:t>
    </dgm:pt>
    <dgm:pt modelId="{DA5382F8-BA3C-489E-84B9-7270E6432D28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فرض </a:t>
          </a:r>
          <a:r>
            <a:rPr lang="en-US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Ha</a:t>
          </a:r>
          <a:r>
            <a:rPr lang="fa-IR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← توزیع نرمال نیست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7AD86EDA-2F0A-4607-93A8-B094499CE874}" type="parTrans" cxnId="{D41711B2-E7CD-49F9-B81D-B3CC9A0920DE}">
      <dgm:prSet/>
      <dgm:spPr/>
      <dgm:t>
        <a:bodyPr/>
        <a:lstStyle/>
        <a:p>
          <a:endParaRPr lang="en-US"/>
        </a:p>
      </dgm:t>
    </dgm:pt>
    <dgm:pt modelId="{CEA49D8F-4222-4B54-AAAC-FE861B253008}" type="sibTrans" cxnId="{D41711B2-E7CD-49F9-B81D-B3CC9A0920DE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09673E1-27A9-49D9-BC20-48F269387F31}">
          <dgm:prSet phldrT="[Text]" custT="1"/>
          <dgm:spPr/>
          <dgm:t>
            <a:bodyPr/>
            <a:lstStyle/>
            <a:p>
              <a:pPr marL="171450" lvl="1" indent="-171450" algn="ctr" defTabSz="755650" rtl="1">
                <a:lnSpc>
                  <a:spcPct val="10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None/>
              </a:pPr>
              <a:r>
                <a:rPr lang="en-US" sz="1400" kern="1200" dirty="0">
                  <a:solidFill>
                    <a:schemeClr val="tx1"/>
                  </a:solidFill>
                  <a:latin typeface="Calibri" panose="020F0502020204030204"/>
                  <a:ea typeface="+mn-ea"/>
                  <a:cs typeface="B Nazanin" panose="00000400000000000000" pitchFamily="2" charset="-78"/>
                </a:rPr>
                <a:t>P-Value&lt;</a:t>
              </a:r>
              <a14:m>
                <m:oMath xmlns:m="http://schemas.openxmlformats.org/officeDocument/2006/math">
                  <m:r>
                    <a:rPr lang="en-US" sz="140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+mn-ea"/>
                      <a:cs typeface="B Nazanin" panose="00000400000000000000" pitchFamily="2" charset="-78"/>
                    </a:rPr>
                    <m:t>𝛼</m:t>
                  </m:r>
                </m:oMath>
              </a14:m>
              <a:r>
                <a:rPr lang="en-US" sz="1400" kern="1200" dirty="0">
                  <a:solidFill>
                    <a:schemeClr val="tx1"/>
                  </a:solidFill>
                  <a:latin typeface="Calibri" panose="020F0502020204030204"/>
                  <a:ea typeface="+mn-ea"/>
                  <a:cs typeface="B Nazanin" panose="00000400000000000000" pitchFamily="2" charset="-78"/>
                </a:rPr>
                <a:t>(</a:t>
              </a:r>
              <a14:m>
                <m:oMath xmlns:m="http://schemas.openxmlformats.org/officeDocument/2006/math">
                  <m:r>
                    <a:rPr lang="en-US" sz="1400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+mn-ea"/>
                      <a:cs typeface="B Nazanin" panose="00000400000000000000" pitchFamily="2" charset="-78"/>
                    </a:rPr>
                    <m:t>=</m:t>
                  </m:r>
                  <m:r>
                    <a:rPr lang="en-US" sz="1400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+mn-ea"/>
                      <a:cs typeface="B Nazanin" panose="00000400000000000000" pitchFamily="2" charset="-78"/>
                    </a:rPr>
                    <m:t>0</m:t>
                  </m:r>
                  <m:r>
                    <a:rPr lang="en-US" sz="1400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+mn-ea"/>
                      <a:cs typeface="B Nazanin" panose="00000400000000000000" pitchFamily="2" charset="-78"/>
                    </a:rPr>
                    <m:t>.</m:t>
                  </m:r>
                  <m:r>
                    <a:rPr lang="en-US" sz="1400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+mn-ea"/>
                      <a:cs typeface="B Nazanin" panose="00000400000000000000" pitchFamily="2" charset="-78"/>
                    </a:rPr>
                    <m:t>05</m:t>
                  </m:r>
                  <m:r>
                    <a:rPr lang="en-US" sz="1400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+mn-ea"/>
                      <a:cs typeface="B Nazanin" panose="00000400000000000000" pitchFamily="2" charset="-78"/>
                    </a:rPr>
                    <m:t>)</m:t>
                  </m:r>
                </m:oMath>
              </a14:m>
              <a:r>
                <a:rPr lang="fa-IR" sz="1400" kern="1200" dirty="0">
                  <a:solidFill>
                    <a:schemeClr val="tx1"/>
                  </a:solidFill>
                  <a:latin typeface="Calibri" panose="020F0502020204030204"/>
                  <a:ea typeface="+mn-ea"/>
                  <a:cs typeface="B Nazanin" panose="00000400000000000000" pitchFamily="2" charset="-78"/>
                </a:rPr>
                <a:t>← قبول فرض </a:t>
              </a:r>
              <a:r>
                <a:rPr lang="en-US" sz="1400" kern="1200" dirty="0">
                  <a:solidFill>
                    <a:schemeClr val="tx1"/>
                  </a:solidFill>
                  <a:latin typeface="Calibri" panose="020F0502020204030204"/>
                  <a:ea typeface="+mn-ea"/>
                  <a:cs typeface="B Nazanin" panose="00000400000000000000" pitchFamily="2" charset="-78"/>
                </a:rPr>
                <a:t>Ha</a:t>
              </a:r>
              <a:r>
                <a:rPr lang="fa-IR" sz="1400" kern="1200" dirty="0">
                  <a:solidFill>
                    <a:schemeClr val="tx1"/>
                  </a:solidFill>
                  <a:latin typeface="Calibri" panose="020F0502020204030204"/>
                  <a:ea typeface="+mn-ea"/>
                  <a:cs typeface="B Nazanin" panose="00000400000000000000" pitchFamily="2" charset="-78"/>
                </a:rPr>
                <a:t> و رد نرمال بودن توزیع</a:t>
              </a:r>
              <a:endParaRPr lang="en-US" sz="1400" kern="1200" dirty="0">
                <a:solidFill>
                  <a:schemeClr val="tx1"/>
                </a:solidFill>
                <a:latin typeface="Calibri" panose="020F0502020204030204"/>
                <a:ea typeface="+mn-ea"/>
                <a:cs typeface="B Nazanin" panose="00000400000000000000" pitchFamily="2" charset="-78"/>
              </a:endParaRPr>
            </a:p>
          </dgm:t>
        </dgm:pt>
      </mc:Choice>
      <mc:Fallback xmlns="">
        <dgm:pt modelId="{109673E1-27A9-49D9-BC20-48F269387F31}">
          <dgm:prSet phldrT="[Text]" custT="1"/>
          <dgm:spPr/>
          <dgm:t>
            <a:bodyPr/>
            <a:lstStyle/>
            <a:p>
              <a:pPr marL="171450" lvl="1" indent="-171450" algn="ctr" defTabSz="755650" rtl="1">
                <a:lnSpc>
                  <a:spcPct val="10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None/>
              </a:pPr>
              <a:r>
                <a:rPr lang="en-US" sz="1400" kern="1200" dirty="0">
                  <a:solidFill>
                    <a:schemeClr val="tx1"/>
                  </a:solidFill>
                  <a:latin typeface="Calibri" panose="020F0502020204030204"/>
                  <a:ea typeface="+mn-ea"/>
                  <a:cs typeface="B Nazanin" panose="00000400000000000000" pitchFamily="2" charset="-78"/>
                </a:rPr>
                <a:t>P-Value&lt;</a:t>
              </a:r>
              <a:r>
                <a:rPr lang="en-US" sz="1400" i="0" kern="120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B Nazanin" panose="00000400000000000000" pitchFamily="2" charset="-78"/>
                </a:rPr>
                <a:t>𝛼</a:t>
              </a:r>
              <a:r>
                <a:rPr lang="en-US" sz="1400" kern="1200" dirty="0">
                  <a:solidFill>
                    <a:schemeClr val="tx1"/>
                  </a:solidFill>
                  <a:latin typeface="Calibri" panose="020F0502020204030204"/>
                  <a:ea typeface="+mn-ea"/>
                  <a:cs typeface="B Nazanin" panose="00000400000000000000" pitchFamily="2" charset="-78"/>
                </a:rPr>
                <a:t>(</a:t>
              </a:r>
              <a:r>
                <a:rPr lang="en-US" sz="1400" i="0" kern="1200" dirty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B Nazanin" panose="00000400000000000000" pitchFamily="2" charset="-78"/>
                </a:rPr>
                <a:t>=0.05)</a:t>
              </a:r>
              <a:r>
                <a:rPr lang="fa-IR" sz="1400" kern="1200" dirty="0">
                  <a:solidFill>
                    <a:schemeClr val="tx1"/>
                  </a:solidFill>
                  <a:latin typeface="Calibri" panose="020F0502020204030204"/>
                  <a:ea typeface="+mn-ea"/>
                  <a:cs typeface="B Nazanin" panose="00000400000000000000" pitchFamily="2" charset="-78"/>
                </a:rPr>
                <a:t>← قبول فرض </a:t>
              </a:r>
              <a:r>
                <a:rPr lang="en-US" sz="1400" kern="1200" dirty="0">
                  <a:solidFill>
                    <a:schemeClr val="tx1"/>
                  </a:solidFill>
                  <a:latin typeface="Calibri" panose="020F0502020204030204"/>
                  <a:ea typeface="+mn-ea"/>
                  <a:cs typeface="B Nazanin" panose="00000400000000000000" pitchFamily="2" charset="-78"/>
                </a:rPr>
                <a:t>Ha</a:t>
              </a:r>
              <a:r>
                <a:rPr lang="fa-IR" sz="1400" kern="1200" dirty="0">
                  <a:solidFill>
                    <a:schemeClr val="tx1"/>
                  </a:solidFill>
                  <a:latin typeface="Calibri" panose="020F0502020204030204"/>
                  <a:ea typeface="+mn-ea"/>
                  <a:cs typeface="B Nazanin" panose="00000400000000000000" pitchFamily="2" charset="-78"/>
                </a:rPr>
                <a:t> و رد نرمال بودن توزیع</a:t>
              </a:r>
              <a:endParaRPr lang="en-US" sz="1400" kern="1200" dirty="0">
                <a:solidFill>
                  <a:schemeClr val="tx1"/>
                </a:solidFill>
                <a:latin typeface="Calibri" panose="020F0502020204030204"/>
                <a:ea typeface="+mn-ea"/>
                <a:cs typeface="B Nazanin" panose="00000400000000000000" pitchFamily="2" charset="-78"/>
              </a:endParaRPr>
            </a:p>
          </dgm:t>
        </dgm:pt>
      </mc:Fallback>
    </mc:AlternateContent>
    <dgm:pt modelId="{8813F4E7-3BE3-44EC-BD35-9CD521878639}" type="parTrans" cxnId="{988D9A00-5008-4D9C-8E06-0E6E7552776A}">
      <dgm:prSet/>
      <dgm:spPr/>
      <dgm:t>
        <a:bodyPr/>
        <a:lstStyle/>
        <a:p>
          <a:endParaRPr lang="en-US"/>
        </a:p>
      </dgm:t>
    </dgm:pt>
    <dgm:pt modelId="{45A02DB8-8BD6-4C99-94C9-685ED1B6CE47}" type="sibTrans" cxnId="{988D9A00-5008-4D9C-8E06-0E6E7552776A}">
      <dgm:prSet/>
      <dgm:spPr/>
      <dgm:t>
        <a:bodyPr/>
        <a:lstStyle/>
        <a:p>
          <a:endParaRPr lang="en-US"/>
        </a:p>
      </dgm:t>
    </dgm:pt>
    <dgm:pt modelId="{53A5B0FC-B186-403D-BD2C-3074EEA4FD94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4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این دو آزمون آزمون‌های به کار گرفته شده در این پروژه می‌باشند و آزمون‌های دیگری هم برای بررسی نرمال بودن وجود دارند</a:t>
          </a:r>
          <a:endParaRPr lang="en-US" sz="14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6B6E0AE6-AA47-4BC0-8BA4-20E5C81CCC62}" type="parTrans" cxnId="{96D376D0-CE35-4A6C-94F6-95964565896C}">
      <dgm:prSet/>
      <dgm:spPr/>
      <dgm:t>
        <a:bodyPr/>
        <a:lstStyle/>
        <a:p>
          <a:endParaRPr lang="en-US"/>
        </a:p>
      </dgm:t>
    </dgm:pt>
    <dgm:pt modelId="{464C27FB-2A49-4779-91F2-0A13C3746680}" type="sibTrans" cxnId="{96D376D0-CE35-4A6C-94F6-95964565896C}">
      <dgm:prSet/>
      <dgm:spPr/>
      <dgm:t>
        <a:bodyPr/>
        <a:lstStyle/>
        <a:p>
          <a:endParaRPr lang="en-US"/>
        </a:p>
      </dgm:t>
    </dgm:pt>
    <dgm:pt modelId="{7E423461-ABCE-424D-A2C3-09F04A212703}" type="pres">
      <dgm:prSet presAssocID="{BE6226F4-DD42-4FCC-A5BE-BD0AE6722066}" presName="Name0" presStyleCnt="0">
        <dgm:presLayoutVars>
          <dgm:chMax val="7"/>
          <dgm:chPref val="7"/>
          <dgm:dir val="rev"/>
        </dgm:presLayoutVars>
      </dgm:prSet>
      <dgm:spPr/>
    </dgm:pt>
    <dgm:pt modelId="{F7479973-FA42-4E91-BB24-F7CBFEF16DDB}" type="pres">
      <dgm:prSet presAssocID="{BE6226F4-DD42-4FCC-A5BE-BD0AE6722066}" presName="Name1" presStyleCnt="0"/>
      <dgm:spPr/>
    </dgm:pt>
    <dgm:pt modelId="{2239D2F4-1C49-4FF6-BAC5-C1B3C8E94EC1}" type="pres">
      <dgm:prSet presAssocID="{BE6226F4-DD42-4FCC-A5BE-BD0AE6722066}" presName="cycle" presStyleCnt="0"/>
      <dgm:spPr/>
    </dgm:pt>
    <dgm:pt modelId="{C873E1FD-54F9-4127-BCC2-DB1FA7B0357A}" type="pres">
      <dgm:prSet presAssocID="{BE6226F4-DD42-4FCC-A5BE-BD0AE6722066}" presName="srcNode" presStyleLbl="node1" presStyleIdx="0" presStyleCnt="4"/>
      <dgm:spPr/>
    </dgm:pt>
    <dgm:pt modelId="{4CEBEE7B-4E02-4990-9726-D7E2F90EC5CD}" type="pres">
      <dgm:prSet presAssocID="{BE6226F4-DD42-4FCC-A5BE-BD0AE6722066}" presName="conn" presStyleLbl="parChTrans1D2" presStyleIdx="0" presStyleCnt="1"/>
      <dgm:spPr/>
    </dgm:pt>
    <dgm:pt modelId="{BAF97F30-5CC5-4E04-A5A0-95D4D7796A1A}" type="pres">
      <dgm:prSet presAssocID="{BE6226F4-DD42-4FCC-A5BE-BD0AE6722066}" presName="extraNode" presStyleLbl="node1" presStyleIdx="0" presStyleCnt="4"/>
      <dgm:spPr/>
    </dgm:pt>
    <dgm:pt modelId="{AED25B97-2956-4723-8B2C-63B2CF890EC6}" type="pres">
      <dgm:prSet presAssocID="{BE6226F4-DD42-4FCC-A5BE-BD0AE6722066}" presName="dstNode" presStyleLbl="node1" presStyleIdx="0" presStyleCnt="4"/>
      <dgm:spPr/>
    </dgm:pt>
    <dgm:pt modelId="{05757205-F2AA-4BAF-97AA-F3EB9AD0D024}" type="pres">
      <dgm:prSet presAssocID="{3E435463-FBB7-48B4-A676-65F6980F7A8F}" presName="text_1" presStyleLbl="node1" presStyleIdx="0" presStyleCnt="4">
        <dgm:presLayoutVars>
          <dgm:bulletEnabled val="1"/>
        </dgm:presLayoutVars>
      </dgm:prSet>
      <dgm:spPr/>
    </dgm:pt>
    <dgm:pt modelId="{01B0859C-ED74-4B84-A03E-2097CCB923EA}" type="pres">
      <dgm:prSet presAssocID="{3E435463-FBB7-48B4-A676-65F6980F7A8F}" presName="accent_1" presStyleCnt="0"/>
      <dgm:spPr/>
    </dgm:pt>
    <dgm:pt modelId="{D0FA6AA6-46A8-4B1C-AEB3-EDC19B5BED24}" type="pres">
      <dgm:prSet presAssocID="{3E435463-FBB7-48B4-A676-65F6980F7A8F}" presName="accentRepeatNode" presStyleLbl="solidFgAcc1" presStyleIdx="0" presStyleCnt="4"/>
      <dgm:spPr/>
    </dgm:pt>
    <dgm:pt modelId="{490F6E73-6134-4097-94F5-1507782E32ED}" type="pres">
      <dgm:prSet presAssocID="{DA5382F8-BA3C-489E-84B9-7270E6432D28}" presName="text_2" presStyleLbl="node1" presStyleIdx="1" presStyleCnt="4">
        <dgm:presLayoutVars>
          <dgm:bulletEnabled val="1"/>
        </dgm:presLayoutVars>
      </dgm:prSet>
      <dgm:spPr/>
    </dgm:pt>
    <dgm:pt modelId="{A438ADC8-8880-4299-97B2-035682C81457}" type="pres">
      <dgm:prSet presAssocID="{DA5382F8-BA3C-489E-84B9-7270E6432D28}" presName="accent_2" presStyleCnt="0"/>
      <dgm:spPr/>
    </dgm:pt>
    <dgm:pt modelId="{C684186F-4951-43F7-BE8F-9E97624D60E3}" type="pres">
      <dgm:prSet presAssocID="{DA5382F8-BA3C-489E-84B9-7270E6432D28}" presName="accentRepeatNode" presStyleLbl="solidFgAcc1" presStyleIdx="1" presStyleCnt="4"/>
      <dgm:spPr/>
    </dgm:pt>
    <dgm:pt modelId="{384B4366-B58B-434D-8176-6C63B548221E}" type="pres">
      <dgm:prSet presAssocID="{109673E1-27A9-49D9-BC20-48F269387F31}" presName="text_3" presStyleLbl="node1" presStyleIdx="2" presStyleCnt="4">
        <dgm:presLayoutVars>
          <dgm:bulletEnabled val="1"/>
        </dgm:presLayoutVars>
      </dgm:prSet>
      <dgm:spPr/>
    </dgm:pt>
    <dgm:pt modelId="{6BE28318-B06E-45A3-92B5-A4C49159DF72}" type="pres">
      <dgm:prSet presAssocID="{109673E1-27A9-49D9-BC20-48F269387F31}" presName="accent_3" presStyleCnt="0"/>
      <dgm:spPr/>
    </dgm:pt>
    <dgm:pt modelId="{19CFBD71-A89D-4399-8BEC-9367F997255F}" type="pres">
      <dgm:prSet presAssocID="{109673E1-27A9-49D9-BC20-48F269387F31}" presName="accentRepeatNode" presStyleLbl="solidFgAcc1" presStyleIdx="2" presStyleCnt="4"/>
      <dgm:spPr/>
    </dgm:pt>
    <dgm:pt modelId="{996AFA0B-3C64-4A65-9E53-249048FEF66F}" type="pres">
      <dgm:prSet presAssocID="{53A5B0FC-B186-403D-BD2C-3074EEA4FD94}" presName="text_4" presStyleLbl="node1" presStyleIdx="3" presStyleCnt="4" custScaleY="124429">
        <dgm:presLayoutVars>
          <dgm:bulletEnabled val="1"/>
        </dgm:presLayoutVars>
      </dgm:prSet>
      <dgm:spPr/>
    </dgm:pt>
    <dgm:pt modelId="{273CB291-0C71-47E9-8341-059894607017}" type="pres">
      <dgm:prSet presAssocID="{53A5B0FC-B186-403D-BD2C-3074EEA4FD94}" presName="accent_4" presStyleCnt="0"/>
      <dgm:spPr/>
    </dgm:pt>
    <dgm:pt modelId="{8603B854-3FEB-4E39-85D2-64078CB1E90C}" type="pres">
      <dgm:prSet presAssocID="{53A5B0FC-B186-403D-BD2C-3074EEA4FD94}" presName="accentRepeatNode" presStyleLbl="solidFgAcc1" presStyleIdx="3" presStyleCnt="4"/>
      <dgm:spPr/>
    </dgm:pt>
  </dgm:ptLst>
  <dgm:cxnLst>
    <dgm:cxn modelId="{988D9A00-5008-4D9C-8E06-0E6E7552776A}" srcId="{BE6226F4-DD42-4FCC-A5BE-BD0AE6722066}" destId="{109673E1-27A9-49D9-BC20-48F269387F31}" srcOrd="2" destOrd="0" parTransId="{8813F4E7-3BE3-44EC-BD35-9CD521878639}" sibTransId="{45A02DB8-8BD6-4C99-94C9-685ED1B6CE47}"/>
    <dgm:cxn modelId="{4617FA63-C171-412C-8E2E-D57805A45DD8}" type="presOf" srcId="{55A9FF92-B917-45B8-9153-85A692EC6EF4}" destId="{4CEBEE7B-4E02-4990-9726-D7E2F90EC5CD}" srcOrd="0" destOrd="0" presId="urn:microsoft.com/office/officeart/2008/layout/VerticalCurvedList"/>
    <dgm:cxn modelId="{6CCC5C7B-82CC-4A00-8F08-7C279756A34B}" type="presOf" srcId="{BE6226F4-DD42-4FCC-A5BE-BD0AE6722066}" destId="{7E423461-ABCE-424D-A2C3-09F04A212703}" srcOrd="0" destOrd="0" presId="urn:microsoft.com/office/officeart/2008/layout/VerticalCurvedList"/>
    <dgm:cxn modelId="{D41711B2-E7CD-49F9-B81D-B3CC9A0920DE}" srcId="{BE6226F4-DD42-4FCC-A5BE-BD0AE6722066}" destId="{DA5382F8-BA3C-489E-84B9-7270E6432D28}" srcOrd="1" destOrd="0" parTransId="{7AD86EDA-2F0A-4607-93A8-B094499CE874}" sibTransId="{CEA49D8F-4222-4B54-AAAC-FE861B253008}"/>
    <dgm:cxn modelId="{62ECF8C9-B957-4A77-AFFD-CE4E99BCAD93}" srcId="{BE6226F4-DD42-4FCC-A5BE-BD0AE6722066}" destId="{3E435463-FBB7-48B4-A676-65F6980F7A8F}" srcOrd="0" destOrd="0" parTransId="{19602CC7-72FE-4CC7-BA94-DB92A2711921}" sibTransId="{55A9FF92-B917-45B8-9153-85A692EC6EF4}"/>
    <dgm:cxn modelId="{96D376D0-CE35-4A6C-94F6-95964565896C}" srcId="{BE6226F4-DD42-4FCC-A5BE-BD0AE6722066}" destId="{53A5B0FC-B186-403D-BD2C-3074EEA4FD94}" srcOrd="3" destOrd="0" parTransId="{6B6E0AE6-AA47-4BC0-8BA4-20E5C81CCC62}" sibTransId="{464C27FB-2A49-4779-91F2-0A13C3746680}"/>
    <dgm:cxn modelId="{F2C637E6-7761-4D09-B60F-EEEE86474EC8}" type="presOf" srcId="{3E435463-FBB7-48B4-A676-65F6980F7A8F}" destId="{05757205-F2AA-4BAF-97AA-F3EB9AD0D024}" srcOrd="0" destOrd="0" presId="urn:microsoft.com/office/officeart/2008/layout/VerticalCurvedList"/>
    <dgm:cxn modelId="{D086A5F0-A4E3-4469-9F90-2175090949D1}" type="presOf" srcId="{53A5B0FC-B186-403D-BD2C-3074EEA4FD94}" destId="{996AFA0B-3C64-4A65-9E53-249048FEF66F}" srcOrd="0" destOrd="0" presId="urn:microsoft.com/office/officeart/2008/layout/VerticalCurvedList"/>
    <dgm:cxn modelId="{899447F1-55B4-4323-B63F-A82919B750F1}" type="presOf" srcId="{DA5382F8-BA3C-489E-84B9-7270E6432D28}" destId="{490F6E73-6134-4097-94F5-1507782E32ED}" srcOrd="0" destOrd="0" presId="urn:microsoft.com/office/officeart/2008/layout/VerticalCurvedList"/>
    <dgm:cxn modelId="{325E88F3-A734-48FD-8FAF-5D8ED06CFF6F}" type="presOf" srcId="{109673E1-27A9-49D9-BC20-48F269387F31}" destId="{384B4366-B58B-434D-8176-6C63B548221E}" srcOrd="0" destOrd="0" presId="urn:microsoft.com/office/officeart/2008/layout/VerticalCurvedList"/>
    <dgm:cxn modelId="{BF8626B0-4B77-49AB-9054-05218BC6D8AD}" type="presParOf" srcId="{7E423461-ABCE-424D-A2C3-09F04A212703}" destId="{F7479973-FA42-4E91-BB24-F7CBFEF16DDB}" srcOrd="0" destOrd="0" presId="urn:microsoft.com/office/officeart/2008/layout/VerticalCurvedList"/>
    <dgm:cxn modelId="{2BD432AE-577F-4B37-B9E0-005ACC78C4E6}" type="presParOf" srcId="{F7479973-FA42-4E91-BB24-F7CBFEF16DDB}" destId="{2239D2F4-1C49-4FF6-BAC5-C1B3C8E94EC1}" srcOrd="0" destOrd="0" presId="urn:microsoft.com/office/officeart/2008/layout/VerticalCurvedList"/>
    <dgm:cxn modelId="{CF54D6E5-A6ED-4EF1-B2F4-709DA1FB99F8}" type="presParOf" srcId="{2239D2F4-1C49-4FF6-BAC5-C1B3C8E94EC1}" destId="{C873E1FD-54F9-4127-BCC2-DB1FA7B0357A}" srcOrd="0" destOrd="0" presId="urn:microsoft.com/office/officeart/2008/layout/VerticalCurvedList"/>
    <dgm:cxn modelId="{675EF8D1-35ED-4390-A88F-11200BEB4DD6}" type="presParOf" srcId="{2239D2F4-1C49-4FF6-BAC5-C1B3C8E94EC1}" destId="{4CEBEE7B-4E02-4990-9726-D7E2F90EC5CD}" srcOrd="1" destOrd="0" presId="urn:microsoft.com/office/officeart/2008/layout/VerticalCurvedList"/>
    <dgm:cxn modelId="{DEB55706-A153-4C6B-ACFF-27A184107FB4}" type="presParOf" srcId="{2239D2F4-1C49-4FF6-BAC5-C1B3C8E94EC1}" destId="{BAF97F30-5CC5-4E04-A5A0-95D4D7796A1A}" srcOrd="2" destOrd="0" presId="urn:microsoft.com/office/officeart/2008/layout/VerticalCurvedList"/>
    <dgm:cxn modelId="{10820912-E940-4786-8FD8-CEAAB71140BB}" type="presParOf" srcId="{2239D2F4-1C49-4FF6-BAC5-C1B3C8E94EC1}" destId="{AED25B97-2956-4723-8B2C-63B2CF890EC6}" srcOrd="3" destOrd="0" presId="urn:microsoft.com/office/officeart/2008/layout/VerticalCurvedList"/>
    <dgm:cxn modelId="{424D79CF-B527-4CE3-ADB9-FFEAE75C0D92}" type="presParOf" srcId="{F7479973-FA42-4E91-BB24-F7CBFEF16DDB}" destId="{05757205-F2AA-4BAF-97AA-F3EB9AD0D024}" srcOrd="1" destOrd="0" presId="urn:microsoft.com/office/officeart/2008/layout/VerticalCurvedList"/>
    <dgm:cxn modelId="{661B15A5-BB21-4CC1-9E43-C427058332D2}" type="presParOf" srcId="{F7479973-FA42-4E91-BB24-F7CBFEF16DDB}" destId="{01B0859C-ED74-4B84-A03E-2097CCB923EA}" srcOrd="2" destOrd="0" presId="urn:microsoft.com/office/officeart/2008/layout/VerticalCurvedList"/>
    <dgm:cxn modelId="{4D7D3E53-E40F-4EDA-95D4-D6215DC52CFF}" type="presParOf" srcId="{01B0859C-ED74-4B84-A03E-2097CCB923EA}" destId="{D0FA6AA6-46A8-4B1C-AEB3-EDC19B5BED24}" srcOrd="0" destOrd="0" presId="urn:microsoft.com/office/officeart/2008/layout/VerticalCurvedList"/>
    <dgm:cxn modelId="{03661EF0-5391-4E71-AFE9-EC638FBF32D8}" type="presParOf" srcId="{F7479973-FA42-4E91-BB24-F7CBFEF16DDB}" destId="{490F6E73-6134-4097-94F5-1507782E32ED}" srcOrd="3" destOrd="0" presId="urn:microsoft.com/office/officeart/2008/layout/VerticalCurvedList"/>
    <dgm:cxn modelId="{C10D3CF3-DDDD-44E8-BE15-12BB45FF2A8F}" type="presParOf" srcId="{F7479973-FA42-4E91-BB24-F7CBFEF16DDB}" destId="{A438ADC8-8880-4299-97B2-035682C81457}" srcOrd="4" destOrd="0" presId="urn:microsoft.com/office/officeart/2008/layout/VerticalCurvedList"/>
    <dgm:cxn modelId="{16DE3C36-754F-4DA8-B304-29AA69E91FAC}" type="presParOf" srcId="{A438ADC8-8880-4299-97B2-035682C81457}" destId="{C684186F-4951-43F7-BE8F-9E97624D60E3}" srcOrd="0" destOrd="0" presId="urn:microsoft.com/office/officeart/2008/layout/VerticalCurvedList"/>
    <dgm:cxn modelId="{A56EC200-E9AC-4E1F-AD39-F44AD492A04B}" type="presParOf" srcId="{F7479973-FA42-4E91-BB24-F7CBFEF16DDB}" destId="{384B4366-B58B-434D-8176-6C63B548221E}" srcOrd="5" destOrd="0" presId="urn:microsoft.com/office/officeart/2008/layout/VerticalCurvedList"/>
    <dgm:cxn modelId="{49227A33-DC11-4D40-AB16-244D2CD545D9}" type="presParOf" srcId="{F7479973-FA42-4E91-BB24-F7CBFEF16DDB}" destId="{6BE28318-B06E-45A3-92B5-A4C49159DF72}" srcOrd="6" destOrd="0" presId="urn:microsoft.com/office/officeart/2008/layout/VerticalCurvedList"/>
    <dgm:cxn modelId="{8E0F42E3-F931-40A9-A0CA-C299519020F6}" type="presParOf" srcId="{6BE28318-B06E-45A3-92B5-A4C49159DF72}" destId="{19CFBD71-A89D-4399-8BEC-9367F997255F}" srcOrd="0" destOrd="0" presId="urn:microsoft.com/office/officeart/2008/layout/VerticalCurvedList"/>
    <dgm:cxn modelId="{65CA0020-992C-4FC8-8244-8B051A0FFC3E}" type="presParOf" srcId="{F7479973-FA42-4E91-BB24-F7CBFEF16DDB}" destId="{996AFA0B-3C64-4A65-9E53-249048FEF66F}" srcOrd="7" destOrd="0" presId="urn:microsoft.com/office/officeart/2008/layout/VerticalCurvedList"/>
    <dgm:cxn modelId="{DD3E7F33-97B7-4D5B-A393-64AF5F47B695}" type="presParOf" srcId="{F7479973-FA42-4E91-BB24-F7CBFEF16DDB}" destId="{273CB291-0C71-47E9-8341-059894607017}" srcOrd="8" destOrd="0" presId="urn:microsoft.com/office/officeart/2008/layout/VerticalCurvedList"/>
    <dgm:cxn modelId="{5FA4B9E6-E75E-4539-A733-69CE6C45F60A}" type="presParOf" srcId="{273CB291-0C71-47E9-8341-059894607017}" destId="{8603B854-3FEB-4E39-85D2-64078CB1E90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E6226F4-DD42-4FCC-A5BE-BD0AE6722066}" type="doc">
      <dgm:prSet loTypeId="urn:microsoft.com/office/officeart/2008/layout/VerticalCurvedList" loCatId="list" qsTypeId="urn:microsoft.com/office/officeart/2005/8/quickstyle/3d1" qsCatId="3D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3E435463-FBB7-48B4-A676-65F6980F7A8F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فرض </a:t>
          </a:r>
          <a:r>
            <a:rPr lang="en-US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H0</a:t>
          </a:r>
          <a:r>
            <a:rPr lang="fa-IR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← توزیع نرمال است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19602CC7-72FE-4CC7-BA94-DB92A2711921}" type="parTrans" cxnId="{62ECF8C9-B957-4A77-AFFD-CE4E99BCAD93}">
      <dgm:prSet/>
      <dgm:spPr/>
      <dgm:t>
        <a:bodyPr/>
        <a:lstStyle/>
        <a:p>
          <a:endParaRPr lang="en-US"/>
        </a:p>
      </dgm:t>
    </dgm:pt>
    <dgm:pt modelId="{55A9FF92-B917-45B8-9153-85A692EC6EF4}" type="sibTrans" cxnId="{62ECF8C9-B957-4A77-AFFD-CE4E99BCAD93}">
      <dgm:prSet/>
      <dgm:spPr/>
      <dgm:t>
        <a:bodyPr/>
        <a:lstStyle/>
        <a:p>
          <a:endParaRPr lang="en-US"/>
        </a:p>
      </dgm:t>
    </dgm:pt>
    <dgm:pt modelId="{DA5382F8-BA3C-489E-84B9-7270E6432D28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فرض </a:t>
          </a:r>
          <a:r>
            <a:rPr lang="en-US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Ha</a:t>
          </a:r>
          <a:r>
            <a:rPr lang="fa-IR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← توزیع نرمال نیست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7AD86EDA-2F0A-4607-93A8-B094499CE874}" type="parTrans" cxnId="{D41711B2-E7CD-49F9-B81D-B3CC9A0920DE}">
      <dgm:prSet/>
      <dgm:spPr/>
      <dgm:t>
        <a:bodyPr/>
        <a:lstStyle/>
        <a:p>
          <a:endParaRPr lang="en-US"/>
        </a:p>
      </dgm:t>
    </dgm:pt>
    <dgm:pt modelId="{CEA49D8F-4222-4B54-AAAC-FE861B253008}" type="sibTrans" cxnId="{D41711B2-E7CD-49F9-B81D-B3CC9A0920DE}">
      <dgm:prSet/>
      <dgm:spPr/>
      <dgm:t>
        <a:bodyPr/>
        <a:lstStyle/>
        <a:p>
          <a:endParaRPr lang="en-US"/>
        </a:p>
      </dgm:t>
    </dgm:pt>
    <dgm:pt modelId="{109673E1-27A9-49D9-BC20-48F269387F31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8813F4E7-3BE3-44EC-BD35-9CD521878639}" type="parTrans" cxnId="{988D9A00-5008-4D9C-8E06-0E6E7552776A}">
      <dgm:prSet/>
      <dgm:spPr/>
      <dgm:t>
        <a:bodyPr/>
        <a:lstStyle/>
        <a:p>
          <a:endParaRPr lang="en-US"/>
        </a:p>
      </dgm:t>
    </dgm:pt>
    <dgm:pt modelId="{45A02DB8-8BD6-4C99-94C9-685ED1B6CE47}" type="sibTrans" cxnId="{988D9A00-5008-4D9C-8E06-0E6E7552776A}">
      <dgm:prSet/>
      <dgm:spPr/>
      <dgm:t>
        <a:bodyPr/>
        <a:lstStyle/>
        <a:p>
          <a:endParaRPr lang="en-US"/>
        </a:p>
      </dgm:t>
    </dgm:pt>
    <dgm:pt modelId="{53A5B0FC-B186-403D-BD2C-3074EEA4FD94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4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این دو آزمون آزمون‌های به کار گرفته شده در این پروژه می‌باشند و آزمون‌های دیگری هم برای بررسی نرمال بودن وجود دارند</a:t>
          </a:r>
          <a:endParaRPr lang="en-US" sz="14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6B6E0AE6-AA47-4BC0-8BA4-20E5C81CCC62}" type="parTrans" cxnId="{96D376D0-CE35-4A6C-94F6-95964565896C}">
      <dgm:prSet/>
      <dgm:spPr/>
      <dgm:t>
        <a:bodyPr/>
        <a:lstStyle/>
        <a:p>
          <a:endParaRPr lang="en-US"/>
        </a:p>
      </dgm:t>
    </dgm:pt>
    <dgm:pt modelId="{464C27FB-2A49-4779-91F2-0A13C3746680}" type="sibTrans" cxnId="{96D376D0-CE35-4A6C-94F6-95964565896C}">
      <dgm:prSet/>
      <dgm:spPr/>
      <dgm:t>
        <a:bodyPr/>
        <a:lstStyle/>
        <a:p>
          <a:endParaRPr lang="en-US"/>
        </a:p>
      </dgm:t>
    </dgm:pt>
    <dgm:pt modelId="{7E423461-ABCE-424D-A2C3-09F04A212703}" type="pres">
      <dgm:prSet presAssocID="{BE6226F4-DD42-4FCC-A5BE-BD0AE6722066}" presName="Name0" presStyleCnt="0">
        <dgm:presLayoutVars>
          <dgm:chMax val="7"/>
          <dgm:chPref val="7"/>
          <dgm:dir val="rev"/>
        </dgm:presLayoutVars>
      </dgm:prSet>
      <dgm:spPr/>
    </dgm:pt>
    <dgm:pt modelId="{F7479973-FA42-4E91-BB24-F7CBFEF16DDB}" type="pres">
      <dgm:prSet presAssocID="{BE6226F4-DD42-4FCC-A5BE-BD0AE6722066}" presName="Name1" presStyleCnt="0"/>
      <dgm:spPr/>
    </dgm:pt>
    <dgm:pt modelId="{2239D2F4-1C49-4FF6-BAC5-C1B3C8E94EC1}" type="pres">
      <dgm:prSet presAssocID="{BE6226F4-DD42-4FCC-A5BE-BD0AE6722066}" presName="cycle" presStyleCnt="0"/>
      <dgm:spPr/>
    </dgm:pt>
    <dgm:pt modelId="{C873E1FD-54F9-4127-BCC2-DB1FA7B0357A}" type="pres">
      <dgm:prSet presAssocID="{BE6226F4-DD42-4FCC-A5BE-BD0AE6722066}" presName="srcNode" presStyleLbl="node1" presStyleIdx="0" presStyleCnt="4"/>
      <dgm:spPr/>
    </dgm:pt>
    <dgm:pt modelId="{4CEBEE7B-4E02-4990-9726-D7E2F90EC5CD}" type="pres">
      <dgm:prSet presAssocID="{BE6226F4-DD42-4FCC-A5BE-BD0AE6722066}" presName="conn" presStyleLbl="parChTrans1D2" presStyleIdx="0" presStyleCnt="1"/>
      <dgm:spPr/>
    </dgm:pt>
    <dgm:pt modelId="{BAF97F30-5CC5-4E04-A5A0-95D4D7796A1A}" type="pres">
      <dgm:prSet presAssocID="{BE6226F4-DD42-4FCC-A5BE-BD0AE6722066}" presName="extraNode" presStyleLbl="node1" presStyleIdx="0" presStyleCnt="4"/>
      <dgm:spPr/>
    </dgm:pt>
    <dgm:pt modelId="{AED25B97-2956-4723-8B2C-63B2CF890EC6}" type="pres">
      <dgm:prSet presAssocID="{BE6226F4-DD42-4FCC-A5BE-BD0AE6722066}" presName="dstNode" presStyleLbl="node1" presStyleIdx="0" presStyleCnt="4"/>
      <dgm:spPr/>
    </dgm:pt>
    <dgm:pt modelId="{05757205-F2AA-4BAF-97AA-F3EB9AD0D024}" type="pres">
      <dgm:prSet presAssocID="{3E435463-FBB7-48B4-A676-65F6980F7A8F}" presName="text_1" presStyleLbl="node1" presStyleIdx="0" presStyleCnt="4">
        <dgm:presLayoutVars>
          <dgm:bulletEnabled val="1"/>
        </dgm:presLayoutVars>
      </dgm:prSet>
      <dgm:spPr/>
    </dgm:pt>
    <dgm:pt modelId="{01B0859C-ED74-4B84-A03E-2097CCB923EA}" type="pres">
      <dgm:prSet presAssocID="{3E435463-FBB7-48B4-A676-65F6980F7A8F}" presName="accent_1" presStyleCnt="0"/>
      <dgm:spPr/>
    </dgm:pt>
    <dgm:pt modelId="{D0FA6AA6-46A8-4B1C-AEB3-EDC19B5BED24}" type="pres">
      <dgm:prSet presAssocID="{3E435463-FBB7-48B4-A676-65F6980F7A8F}" presName="accentRepeatNode" presStyleLbl="solidFgAcc1" presStyleIdx="0" presStyleCnt="4"/>
      <dgm:spPr/>
    </dgm:pt>
    <dgm:pt modelId="{490F6E73-6134-4097-94F5-1507782E32ED}" type="pres">
      <dgm:prSet presAssocID="{DA5382F8-BA3C-489E-84B9-7270E6432D28}" presName="text_2" presStyleLbl="node1" presStyleIdx="1" presStyleCnt="4">
        <dgm:presLayoutVars>
          <dgm:bulletEnabled val="1"/>
        </dgm:presLayoutVars>
      </dgm:prSet>
      <dgm:spPr/>
    </dgm:pt>
    <dgm:pt modelId="{A438ADC8-8880-4299-97B2-035682C81457}" type="pres">
      <dgm:prSet presAssocID="{DA5382F8-BA3C-489E-84B9-7270E6432D28}" presName="accent_2" presStyleCnt="0"/>
      <dgm:spPr/>
    </dgm:pt>
    <dgm:pt modelId="{C684186F-4951-43F7-BE8F-9E97624D60E3}" type="pres">
      <dgm:prSet presAssocID="{DA5382F8-BA3C-489E-84B9-7270E6432D28}" presName="accentRepeatNode" presStyleLbl="solidFgAcc1" presStyleIdx="1" presStyleCnt="4"/>
      <dgm:spPr/>
    </dgm:pt>
    <dgm:pt modelId="{384B4366-B58B-434D-8176-6C63B548221E}" type="pres">
      <dgm:prSet presAssocID="{109673E1-27A9-49D9-BC20-48F269387F31}" presName="text_3" presStyleLbl="node1" presStyleIdx="2" presStyleCnt="4">
        <dgm:presLayoutVars>
          <dgm:bulletEnabled val="1"/>
        </dgm:presLayoutVars>
      </dgm:prSet>
      <dgm:spPr/>
    </dgm:pt>
    <dgm:pt modelId="{6BE28318-B06E-45A3-92B5-A4C49159DF72}" type="pres">
      <dgm:prSet presAssocID="{109673E1-27A9-49D9-BC20-48F269387F31}" presName="accent_3" presStyleCnt="0"/>
      <dgm:spPr/>
    </dgm:pt>
    <dgm:pt modelId="{19CFBD71-A89D-4399-8BEC-9367F997255F}" type="pres">
      <dgm:prSet presAssocID="{109673E1-27A9-49D9-BC20-48F269387F31}" presName="accentRepeatNode" presStyleLbl="solidFgAcc1" presStyleIdx="2" presStyleCnt="4"/>
      <dgm:spPr/>
    </dgm:pt>
    <dgm:pt modelId="{996AFA0B-3C64-4A65-9E53-249048FEF66F}" type="pres">
      <dgm:prSet presAssocID="{53A5B0FC-B186-403D-BD2C-3074EEA4FD94}" presName="text_4" presStyleLbl="node1" presStyleIdx="3" presStyleCnt="4" custScaleY="124429">
        <dgm:presLayoutVars>
          <dgm:bulletEnabled val="1"/>
        </dgm:presLayoutVars>
      </dgm:prSet>
      <dgm:spPr/>
    </dgm:pt>
    <dgm:pt modelId="{273CB291-0C71-47E9-8341-059894607017}" type="pres">
      <dgm:prSet presAssocID="{53A5B0FC-B186-403D-BD2C-3074EEA4FD94}" presName="accent_4" presStyleCnt="0"/>
      <dgm:spPr/>
    </dgm:pt>
    <dgm:pt modelId="{8603B854-3FEB-4E39-85D2-64078CB1E90C}" type="pres">
      <dgm:prSet presAssocID="{53A5B0FC-B186-403D-BD2C-3074EEA4FD94}" presName="accentRepeatNode" presStyleLbl="solidFgAcc1" presStyleIdx="3" presStyleCnt="4"/>
      <dgm:spPr/>
    </dgm:pt>
  </dgm:ptLst>
  <dgm:cxnLst>
    <dgm:cxn modelId="{988D9A00-5008-4D9C-8E06-0E6E7552776A}" srcId="{BE6226F4-DD42-4FCC-A5BE-BD0AE6722066}" destId="{109673E1-27A9-49D9-BC20-48F269387F31}" srcOrd="2" destOrd="0" parTransId="{8813F4E7-3BE3-44EC-BD35-9CD521878639}" sibTransId="{45A02DB8-8BD6-4C99-94C9-685ED1B6CE47}"/>
    <dgm:cxn modelId="{4617FA63-C171-412C-8E2E-D57805A45DD8}" type="presOf" srcId="{55A9FF92-B917-45B8-9153-85A692EC6EF4}" destId="{4CEBEE7B-4E02-4990-9726-D7E2F90EC5CD}" srcOrd="0" destOrd="0" presId="urn:microsoft.com/office/officeart/2008/layout/VerticalCurvedList"/>
    <dgm:cxn modelId="{6CCC5C7B-82CC-4A00-8F08-7C279756A34B}" type="presOf" srcId="{BE6226F4-DD42-4FCC-A5BE-BD0AE6722066}" destId="{7E423461-ABCE-424D-A2C3-09F04A212703}" srcOrd="0" destOrd="0" presId="urn:microsoft.com/office/officeart/2008/layout/VerticalCurvedList"/>
    <dgm:cxn modelId="{D41711B2-E7CD-49F9-B81D-B3CC9A0920DE}" srcId="{BE6226F4-DD42-4FCC-A5BE-BD0AE6722066}" destId="{DA5382F8-BA3C-489E-84B9-7270E6432D28}" srcOrd="1" destOrd="0" parTransId="{7AD86EDA-2F0A-4607-93A8-B094499CE874}" sibTransId="{CEA49D8F-4222-4B54-AAAC-FE861B253008}"/>
    <dgm:cxn modelId="{62ECF8C9-B957-4A77-AFFD-CE4E99BCAD93}" srcId="{BE6226F4-DD42-4FCC-A5BE-BD0AE6722066}" destId="{3E435463-FBB7-48B4-A676-65F6980F7A8F}" srcOrd="0" destOrd="0" parTransId="{19602CC7-72FE-4CC7-BA94-DB92A2711921}" sibTransId="{55A9FF92-B917-45B8-9153-85A692EC6EF4}"/>
    <dgm:cxn modelId="{96D376D0-CE35-4A6C-94F6-95964565896C}" srcId="{BE6226F4-DD42-4FCC-A5BE-BD0AE6722066}" destId="{53A5B0FC-B186-403D-BD2C-3074EEA4FD94}" srcOrd="3" destOrd="0" parTransId="{6B6E0AE6-AA47-4BC0-8BA4-20E5C81CCC62}" sibTransId="{464C27FB-2A49-4779-91F2-0A13C3746680}"/>
    <dgm:cxn modelId="{F2C637E6-7761-4D09-B60F-EEEE86474EC8}" type="presOf" srcId="{3E435463-FBB7-48B4-A676-65F6980F7A8F}" destId="{05757205-F2AA-4BAF-97AA-F3EB9AD0D024}" srcOrd="0" destOrd="0" presId="urn:microsoft.com/office/officeart/2008/layout/VerticalCurvedList"/>
    <dgm:cxn modelId="{D086A5F0-A4E3-4469-9F90-2175090949D1}" type="presOf" srcId="{53A5B0FC-B186-403D-BD2C-3074EEA4FD94}" destId="{996AFA0B-3C64-4A65-9E53-249048FEF66F}" srcOrd="0" destOrd="0" presId="urn:microsoft.com/office/officeart/2008/layout/VerticalCurvedList"/>
    <dgm:cxn modelId="{899447F1-55B4-4323-B63F-A82919B750F1}" type="presOf" srcId="{DA5382F8-BA3C-489E-84B9-7270E6432D28}" destId="{490F6E73-6134-4097-94F5-1507782E32ED}" srcOrd="0" destOrd="0" presId="urn:microsoft.com/office/officeart/2008/layout/VerticalCurvedList"/>
    <dgm:cxn modelId="{325E88F3-A734-48FD-8FAF-5D8ED06CFF6F}" type="presOf" srcId="{109673E1-27A9-49D9-BC20-48F269387F31}" destId="{384B4366-B58B-434D-8176-6C63B548221E}" srcOrd="0" destOrd="0" presId="urn:microsoft.com/office/officeart/2008/layout/VerticalCurvedList"/>
    <dgm:cxn modelId="{BF8626B0-4B77-49AB-9054-05218BC6D8AD}" type="presParOf" srcId="{7E423461-ABCE-424D-A2C3-09F04A212703}" destId="{F7479973-FA42-4E91-BB24-F7CBFEF16DDB}" srcOrd="0" destOrd="0" presId="urn:microsoft.com/office/officeart/2008/layout/VerticalCurvedList"/>
    <dgm:cxn modelId="{2BD432AE-577F-4B37-B9E0-005ACC78C4E6}" type="presParOf" srcId="{F7479973-FA42-4E91-BB24-F7CBFEF16DDB}" destId="{2239D2F4-1C49-4FF6-BAC5-C1B3C8E94EC1}" srcOrd="0" destOrd="0" presId="urn:microsoft.com/office/officeart/2008/layout/VerticalCurvedList"/>
    <dgm:cxn modelId="{CF54D6E5-A6ED-4EF1-B2F4-709DA1FB99F8}" type="presParOf" srcId="{2239D2F4-1C49-4FF6-BAC5-C1B3C8E94EC1}" destId="{C873E1FD-54F9-4127-BCC2-DB1FA7B0357A}" srcOrd="0" destOrd="0" presId="urn:microsoft.com/office/officeart/2008/layout/VerticalCurvedList"/>
    <dgm:cxn modelId="{675EF8D1-35ED-4390-A88F-11200BEB4DD6}" type="presParOf" srcId="{2239D2F4-1C49-4FF6-BAC5-C1B3C8E94EC1}" destId="{4CEBEE7B-4E02-4990-9726-D7E2F90EC5CD}" srcOrd="1" destOrd="0" presId="urn:microsoft.com/office/officeart/2008/layout/VerticalCurvedList"/>
    <dgm:cxn modelId="{DEB55706-A153-4C6B-ACFF-27A184107FB4}" type="presParOf" srcId="{2239D2F4-1C49-4FF6-BAC5-C1B3C8E94EC1}" destId="{BAF97F30-5CC5-4E04-A5A0-95D4D7796A1A}" srcOrd="2" destOrd="0" presId="urn:microsoft.com/office/officeart/2008/layout/VerticalCurvedList"/>
    <dgm:cxn modelId="{10820912-E940-4786-8FD8-CEAAB71140BB}" type="presParOf" srcId="{2239D2F4-1C49-4FF6-BAC5-C1B3C8E94EC1}" destId="{AED25B97-2956-4723-8B2C-63B2CF890EC6}" srcOrd="3" destOrd="0" presId="urn:microsoft.com/office/officeart/2008/layout/VerticalCurvedList"/>
    <dgm:cxn modelId="{424D79CF-B527-4CE3-ADB9-FFEAE75C0D92}" type="presParOf" srcId="{F7479973-FA42-4E91-BB24-F7CBFEF16DDB}" destId="{05757205-F2AA-4BAF-97AA-F3EB9AD0D024}" srcOrd="1" destOrd="0" presId="urn:microsoft.com/office/officeart/2008/layout/VerticalCurvedList"/>
    <dgm:cxn modelId="{661B15A5-BB21-4CC1-9E43-C427058332D2}" type="presParOf" srcId="{F7479973-FA42-4E91-BB24-F7CBFEF16DDB}" destId="{01B0859C-ED74-4B84-A03E-2097CCB923EA}" srcOrd="2" destOrd="0" presId="urn:microsoft.com/office/officeart/2008/layout/VerticalCurvedList"/>
    <dgm:cxn modelId="{4D7D3E53-E40F-4EDA-95D4-D6215DC52CFF}" type="presParOf" srcId="{01B0859C-ED74-4B84-A03E-2097CCB923EA}" destId="{D0FA6AA6-46A8-4B1C-AEB3-EDC19B5BED24}" srcOrd="0" destOrd="0" presId="urn:microsoft.com/office/officeart/2008/layout/VerticalCurvedList"/>
    <dgm:cxn modelId="{03661EF0-5391-4E71-AFE9-EC638FBF32D8}" type="presParOf" srcId="{F7479973-FA42-4E91-BB24-F7CBFEF16DDB}" destId="{490F6E73-6134-4097-94F5-1507782E32ED}" srcOrd="3" destOrd="0" presId="urn:microsoft.com/office/officeart/2008/layout/VerticalCurvedList"/>
    <dgm:cxn modelId="{C10D3CF3-DDDD-44E8-BE15-12BB45FF2A8F}" type="presParOf" srcId="{F7479973-FA42-4E91-BB24-F7CBFEF16DDB}" destId="{A438ADC8-8880-4299-97B2-035682C81457}" srcOrd="4" destOrd="0" presId="urn:microsoft.com/office/officeart/2008/layout/VerticalCurvedList"/>
    <dgm:cxn modelId="{16DE3C36-754F-4DA8-B304-29AA69E91FAC}" type="presParOf" srcId="{A438ADC8-8880-4299-97B2-035682C81457}" destId="{C684186F-4951-43F7-BE8F-9E97624D60E3}" srcOrd="0" destOrd="0" presId="urn:microsoft.com/office/officeart/2008/layout/VerticalCurvedList"/>
    <dgm:cxn modelId="{A56EC200-E9AC-4E1F-AD39-F44AD492A04B}" type="presParOf" srcId="{F7479973-FA42-4E91-BB24-F7CBFEF16DDB}" destId="{384B4366-B58B-434D-8176-6C63B548221E}" srcOrd="5" destOrd="0" presId="urn:microsoft.com/office/officeart/2008/layout/VerticalCurvedList"/>
    <dgm:cxn modelId="{49227A33-DC11-4D40-AB16-244D2CD545D9}" type="presParOf" srcId="{F7479973-FA42-4E91-BB24-F7CBFEF16DDB}" destId="{6BE28318-B06E-45A3-92B5-A4C49159DF72}" srcOrd="6" destOrd="0" presId="urn:microsoft.com/office/officeart/2008/layout/VerticalCurvedList"/>
    <dgm:cxn modelId="{8E0F42E3-F931-40A9-A0CA-C299519020F6}" type="presParOf" srcId="{6BE28318-B06E-45A3-92B5-A4C49159DF72}" destId="{19CFBD71-A89D-4399-8BEC-9367F997255F}" srcOrd="0" destOrd="0" presId="urn:microsoft.com/office/officeart/2008/layout/VerticalCurvedList"/>
    <dgm:cxn modelId="{65CA0020-992C-4FC8-8244-8B051A0FFC3E}" type="presParOf" srcId="{F7479973-FA42-4E91-BB24-F7CBFEF16DDB}" destId="{996AFA0B-3C64-4A65-9E53-249048FEF66F}" srcOrd="7" destOrd="0" presId="urn:microsoft.com/office/officeart/2008/layout/VerticalCurvedList"/>
    <dgm:cxn modelId="{DD3E7F33-97B7-4D5B-A393-64AF5F47B695}" type="presParOf" srcId="{F7479973-FA42-4E91-BB24-F7CBFEF16DDB}" destId="{273CB291-0C71-47E9-8341-059894607017}" srcOrd="8" destOrd="0" presId="urn:microsoft.com/office/officeart/2008/layout/VerticalCurvedList"/>
    <dgm:cxn modelId="{5FA4B9E6-E75E-4539-A733-69CE6C45F60A}" type="presParOf" srcId="{273CB291-0C71-47E9-8341-059894607017}" destId="{8603B854-3FEB-4E39-85D2-64078CB1E90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B4B28B0-C763-4D98-B468-AFBF94135143}" type="doc">
      <dgm:prSet loTypeId="urn:microsoft.com/office/officeart/2005/8/layout/balance1" loCatId="relationship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5DE95B4-B15F-4D65-BC65-FB003E989C4D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PP Plot </a:t>
          </a:r>
          <a:b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</a:br>
          <a:r>
            <a:rPr lang="en-US" sz="1100" kern="1200">
              <a:latin typeface="Calibri" panose="020F0502020204030204"/>
              <a:ea typeface="+mn-ea"/>
              <a:cs typeface="B Nazanin" panose="00000400000000000000" pitchFamily="2" charset="-78"/>
            </a:rPr>
            <a:t>(Probability-Probability  Plot)</a:t>
          </a:r>
          <a:endParaRPr lang="en-US" sz="11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19E7F44E-185A-4EAB-933C-F8FE10CB9746}" type="parTrans" cxnId="{CA34C2C3-7C42-475D-A54F-F59DEA96CB49}">
      <dgm:prSet/>
      <dgm:spPr/>
      <dgm:t>
        <a:bodyPr/>
        <a:lstStyle/>
        <a:p>
          <a:endParaRPr lang="en-US"/>
        </a:p>
      </dgm:t>
    </dgm:pt>
    <dgm:pt modelId="{5C1C52E2-6A62-422E-8CC0-DBA1EAC9E104}" type="sibTrans" cxnId="{CA34C2C3-7C42-475D-A54F-F59DEA96CB49}">
      <dgm:prSet/>
      <dgm:spPr/>
      <dgm:t>
        <a:bodyPr/>
        <a:lstStyle/>
        <a:p>
          <a:endParaRPr lang="en-US"/>
        </a:p>
      </dgm:t>
    </dgm:pt>
    <dgm:pt modelId="{7FCA136E-89C6-4344-AB6A-CA2669C3D605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حساسیت بیشتر بر انحرافات مرکز توزیع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3B705DE7-06DD-4BFF-B358-962758EB336A}" type="parTrans" cxnId="{439E68F3-D6B8-41C2-8AD7-544CF8197522}">
      <dgm:prSet/>
      <dgm:spPr/>
      <dgm:t>
        <a:bodyPr/>
        <a:lstStyle/>
        <a:p>
          <a:endParaRPr lang="en-US"/>
        </a:p>
      </dgm:t>
    </dgm:pt>
    <dgm:pt modelId="{EEBA9BC2-7745-42E5-AD5A-229C350E046B}" type="sibTrans" cxnId="{439E68F3-D6B8-41C2-8AD7-544CF8197522}">
      <dgm:prSet/>
      <dgm:spPr/>
      <dgm:t>
        <a:bodyPr/>
        <a:lstStyle/>
        <a:p>
          <a:endParaRPr lang="en-US"/>
        </a:p>
      </dgm:t>
    </dgm:pt>
    <dgm:pt modelId="{533CB6AA-998D-40D7-9F75-B6F19B794A50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400" kern="1200">
              <a:latin typeface="Calibri" panose="020F0502020204030204"/>
              <a:ea typeface="+mn-ea"/>
              <a:cs typeface="B Nazanin" panose="00000400000000000000" pitchFamily="2" charset="-78"/>
            </a:rPr>
            <a:t>احتمال تجمعی مشاهده شده در برابر احتمال تجمعی نظری نرمال</a:t>
          </a:r>
          <a:endParaRPr lang="en-US" sz="14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DECD4106-5C50-442B-AF50-CF385A02BCB4}" type="parTrans" cxnId="{81E1F791-6CD8-4C3C-8D15-276992978AFF}">
      <dgm:prSet/>
      <dgm:spPr/>
      <dgm:t>
        <a:bodyPr/>
        <a:lstStyle/>
        <a:p>
          <a:endParaRPr lang="en-US"/>
        </a:p>
      </dgm:t>
    </dgm:pt>
    <dgm:pt modelId="{B069C0F2-5706-46F8-B28A-CA0F6FB1FC26}" type="sibTrans" cxnId="{81E1F791-6CD8-4C3C-8D15-276992978AFF}">
      <dgm:prSet/>
      <dgm:spPr/>
      <dgm:t>
        <a:bodyPr/>
        <a:lstStyle/>
        <a:p>
          <a:endParaRPr lang="en-US"/>
        </a:p>
      </dgm:t>
    </dgm:pt>
    <dgm:pt modelId="{E36734EF-A363-4E2E-BF27-59F68E4784AA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QQ Plot</a:t>
          </a:r>
          <a:br>
            <a:rPr lang="fa-IR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</a:br>
          <a:r>
            <a:rPr lang="en-US" sz="11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(Quantile-Quantile Plot)</a:t>
          </a:r>
        </a:p>
      </dgm:t>
    </dgm:pt>
    <dgm:pt modelId="{CA490C93-40E6-47D6-BD0B-28B5A68B85B4}" type="parTrans" cxnId="{09F5A2B0-3956-40D7-9591-B501B3788369}">
      <dgm:prSet/>
      <dgm:spPr/>
      <dgm:t>
        <a:bodyPr/>
        <a:lstStyle/>
        <a:p>
          <a:endParaRPr lang="en-US"/>
        </a:p>
      </dgm:t>
    </dgm:pt>
    <dgm:pt modelId="{6521C900-C07E-4CB6-B28A-73C5209605DB}" type="sibTrans" cxnId="{09F5A2B0-3956-40D7-9591-B501B3788369}">
      <dgm:prSet/>
      <dgm:spPr/>
      <dgm:t>
        <a:bodyPr/>
        <a:lstStyle/>
        <a:p>
          <a:endParaRPr lang="en-US"/>
        </a:p>
      </dgm:t>
    </dgm:pt>
    <dgm:pt modelId="{8EF48273-24E1-4A62-90E7-DDA259A9831D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حساسیت بیشتر بر انحرافات در دم‌ها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2C424979-1002-4A5F-8B71-4D5AA3CEEB1D}" type="parTrans" cxnId="{9D1050D7-1E54-4A12-96C3-3B43238FB1E9}">
      <dgm:prSet/>
      <dgm:spPr/>
      <dgm:t>
        <a:bodyPr/>
        <a:lstStyle/>
        <a:p>
          <a:endParaRPr lang="en-US"/>
        </a:p>
      </dgm:t>
    </dgm:pt>
    <dgm:pt modelId="{ECFECD0F-991C-4C08-B183-5429813336F2}" type="sibTrans" cxnId="{9D1050D7-1E54-4A12-96C3-3B43238FB1E9}">
      <dgm:prSet/>
      <dgm:spPr/>
      <dgm:t>
        <a:bodyPr/>
        <a:lstStyle/>
        <a:p>
          <a:endParaRPr lang="en-US"/>
        </a:p>
      </dgm:t>
    </dgm:pt>
    <dgm:pt modelId="{0C64F2E3-8C74-4B04-81F2-14A012AC3F8A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200" kern="1200">
              <a:latin typeface="Calibri" panose="020F0502020204030204"/>
              <a:ea typeface="+mn-ea"/>
              <a:cs typeface="B Nazanin" panose="00000400000000000000" pitchFamily="2" charset="-78"/>
            </a:rPr>
            <a:t>اگر انحراف نقاط از خط مستقیم←وجود چولگی/داده پرت</a:t>
          </a:r>
          <a:endParaRPr lang="en-US" sz="12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49673C20-21C1-413B-BA8B-1C1E012F05A9}" type="parTrans" cxnId="{B4AD9F8E-1E66-4EDB-A794-86BA1AFC600A}">
      <dgm:prSet/>
      <dgm:spPr/>
      <dgm:t>
        <a:bodyPr/>
        <a:lstStyle/>
        <a:p>
          <a:endParaRPr lang="en-US"/>
        </a:p>
      </dgm:t>
    </dgm:pt>
    <dgm:pt modelId="{582D8A6E-3ED3-48E3-9BA8-1A96054281E5}" type="sibTrans" cxnId="{B4AD9F8E-1E66-4EDB-A794-86BA1AFC600A}">
      <dgm:prSet/>
      <dgm:spPr/>
      <dgm:t>
        <a:bodyPr/>
        <a:lstStyle/>
        <a:p>
          <a:endParaRPr lang="en-US"/>
        </a:p>
      </dgm:t>
    </dgm:pt>
    <dgm:pt modelId="{A2FFD7F3-FA43-4BB1-BBD8-C7C701BAE34F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2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بسیار پرکاربرد، به خصوص در بررسی متغیرها با داده پرت زیاد</a:t>
          </a:r>
          <a:endParaRPr lang="en-US" sz="12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7344EAF3-748F-4B54-AF4F-3CC06CAA77F1}" type="parTrans" cxnId="{943EFD4D-9449-44CA-9187-51A9771A438D}">
      <dgm:prSet/>
      <dgm:spPr/>
      <dgm:t>
        <a:bodyPr/>
        <a:lstStyle/>
        <a:p>
          <a:endParaRPr lang="en-US"/>
        </a:p>
      </dgm:t>
    </dgm:pt>
    <dgm:pt modelId="{C9A6C45E-ADDD-4F51-9456-55A886EE7992}" type="sibTrans" cxnId="{943EFD4D-9449-44CA-9187-51A9771A438D}">
      <dgm:prSet/>
      <dgm:spPr/>
      <dgm:t>
        <a:bodyPr/>
        <a:lstStyle/>
        <a:p>
          <a:endParaRPr lang="en-US"/>
        </a:p>
      </dgm:t>
    </dgm:pt>
    <dgm:pt modelId="{EBB297F0-468E-4223-BE0A-40CC5AE2762B}" type="pres">
      <dgm:prSet presAssocID="{1B4B28B0-C763-4D98-B468-AFBF94135143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D9B32DB7-6D86-4A6C-BC3C-65EC9ADDA691}" type="pres">
      <dgm:prSet presAssocID="{1B4B28B0-C763-4D98-B468-AFBF94135143}" presName="dummyMaxCanvas" presStyleCnt="0"/>
      <dgm:spPr/>
    </dgm:pt>
    <dgm:pt modelId="{AEE23BAA-9888-46B3-9C3E-4419FB078FC0}" type="pres">
      <dgm:prSet presAssocID="{1B4B28B0-C763-4D98-B468-AFBF94135143}" presName="parentComposite" presStyleCnt="0"/>
      <dgm:spPr/>
    </dgm:pt>
    <dgm:pt modelId="{F728E807-8C4B-4178-BD16-659494FB7916}" type="pres">
      <dgm:prSet presAssocID="{1B4B28B0-C763-4D98-B468-AFBF94135143}" presName="parent1" presStyleLbl="alignAccFollowNode1" presStyleIdx="0" presStyleCnt="4">
        <dgm:presLayoutVars>
          <dgm:chMax val="4"/>
        </dgm:presLayoutVars>
      </dgm:prSet>
      <dgm:spPr/>
    </dgm:pt>
    <dgm:pt modelId="{DC00FAF3-504C-45E8-9B93-4BACFD7CB465}" type="pres">
      <dgm:prSet presAssocID="{1B4B28B0-C763-4D98-B468-AFBF94135143}" presName="parent2" presStyleLbl="alignAccFollowNode1" presStyleIdx="1" presStyleCnt="4">
        <dgm:presLayoutVars>
          <dgm:chMax val="4"/>
        </dgm:presLayoutVars>
      </dgm:prSet>
      <dgm:spPr/>
    </dgm:pt>
    <dgm:pt modelId="{506FC7D9-FD30-4616-A3EA-C0D9BE7F509E}" type="pres">
      <dgm:prSet presAssocID="{1B4B28B0-C763-4D98-B468-AFBF94135143}" presName="childrenComposite" presStyleCnt="0"/>
      <dgm:spPr/>
    </dgm:pt>
    <dgm:pt modelId="{89D71E27-F918-47FB-8E49-90EFD3888B05}" type="pres">
      <dgm:prSet presAssocID="{1B4B28B0-C763-4D98-B468-AFBF94135143}" presName="dummyMaxCanvas_ChildArea" presStyleCnt="0"/>
      <dgm:spPr/>
    </dgm:pt>
    <dgm:pt modelId="{44184F73-2A42-4C53-86C1-F1CD98F10B25}" type="pres">
      <dgm:prSet presAssocID="{1B4B28B0-C763-4D98-B468-AFBF94135143}" presName="fulcrum" presStyleLbl="alignAccFollowNode1" presStyleIdx="2" presStyleCnt="4"/>
      <dgm:spPr/>
    </dgm:pt>
    <dgm:pt modelId="{2A9DF816-6E6D-453F-A061-10E5A4B57624}" type="pres">
      <dgm:prSet presAssocID="{1B4B28B0-C763-4D98-B468-AFBF94135143}" presName="balance_23" presStyleLbl="alignAccFollowNode1" presStyleIdx="3" presStyleCnt="4">
        <dgm:presLayoutVars>
          <dgm:bulletEnabled val="1"/>
        </dgm:presLayoutVars>
      </dgm:prSet>
      <dgm:spPr/>
    </dgm:pt>
    <dgm:pt modelId="{1E8B419F-2EF7-4D39-9A54-31C6EE301792}" type="pres">
      <dgm:prSet presAssocID="{1B4B28B0-C763-4D98-B468-AFBF94135143}" presName="right_23_1" presStyleLbl="node1" presStyleIdx="0" presStyleCnt="5">
        <dgm:presLayoutVars>
          <dgm:bulletEnabled val="1"/>
        </dgm:presLayoutVars>
      </dgm:prSet>
      <dgm:spPr/>
    </dgm:pt>
    <dgm:pt modelId="{E99B0BF6-64D1-4D27-BF97-475CC92BF1E4}" type="pres">
      <dgm:prSet presAssocID="{1B4B28B0-C763-4D98-B468-AFBF94135143}" presName="right_23_2" presStyleLbl="node1" presStyleIdx="1" presStyleCnt="5">
        <dgm:presLayoutVars>
          <dgm:bulletEnabled val="1"/>
        </dgm:presLayoutVars>
      </dgm:prSet>
      <dgm:spPr/>
    </dgm:pt>
    <dgm:pt modelId="{8C72567C-3CE3-48BB-8960-AC2DEC5B6EA9}" type="pres">
      <dgm:prSet presAssocID="{1B4B28B0-C763-4D98-B468-AFBF94135143}" presName="right_23_3" presStyleLbl="node1" presStyleIdx="2" presStyleCnt="5">
        <dgm:presLayoutVars>
          <dgm:bulletEnabled val="1"/>
        </dgm:presLayoutVars>
      </dgm:prSet>
      <dgm:spPr/>
    </dgm:pt>
    <dgm:pt modelId="{1D32A745-BB66-45CE-B693-89DAF93D4734}" type="pres">
      <dgm:prSet presAssocID="{1B4B28B0-C763-4D98-B468-AFBF94135143}" presName="left_23_1" presStyleLbl="node1" presStyleIdx="3" presStyleCnt="5">
        <dgm:presLayoutVars>
          <dgm:bulletEnabled val="1"/>
        </dgm:presLayoutVars>
      </dgm:prSet>
      <dgm:spPr/>
    </dgm:pt>
    <dgm:pt modelId="{5A761578-7782-43A9-AEFE-D74339A08069}" type="pres">
      <dgm:prSet presAssocID="{1B4B28B0-C763-4D98-B468-AFBF94135143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ABB1A12F-3E77-4C51-8A27-752C01E8ABA0}" type="presOf" srcId="{533CB6AA-998D-40D7-9F75-B6F19B794A50}" destId="{5A761578-7782-43A9-AEFE-D74339A08069}" srcOrd="0" destOrd="0" presId="urn:microsoft.com/office/officeart/2005/8/layout/balance1"/>
    <dgm:cxn modelId="{B4D0773F-9713-479B-9225-0A89F7FA249D}" type="presOf" srcId="{B5DE95B4-B15F-4D65-BC65-FB003E989C4D}" destId="{F728E807-8C4B-4178-BD16-659494FB7916}" srcOrd="0" destOrd="0" presId="urn:microsoft.com/office/officeart/2005/8/layout/balance1"/>
    <dgm:cxn modelId="{37840562-BA02-4C58-832E-903AFFCF4AD7}" type="presOf" srcId="{A2FFD7F3-FA43-4BB1-BBD8-C7C701BAE34F}" destId="{8C72567C-3CE3-48BB-8960-AC2DEC5B6EA9}" srcOrd="0" destOrd="0" presId="urn:microsoft.com/office/officeart/2005/8/layout/balance1"/>
    <dgm:cxn modelId="{943EFD4D-9449-44CA-9187-51A9771A438D}" srcId="{E36734EF-A363-4E2E-BF27-59F68E4784AA}" destId="{A2FFD7F3-FA43-4BB1-BBD8-C7C701BAE34F}" srcOrd="2" destOrd="0" parTransId="{7344EAF3-748F-4B54-AF4F-3CC06CAA77F1}" sibTransId="{C9A6C45E-ADDD-4F51-9456-55A886EE7992}"/>
    <dgm:cxn modelId="{3EBC1174-ABB9-450C-87F3-65EB55CA0108}" type="presOf" srcId="{E36734EF-A363-4E2E-BF27-59F68E4784AA}" destId="{DC00FAF3-504C-45E8-9B93-4BACFD7CB465}" srcOrd="0" destOrd="0" presId="urn:microsoft.com/office/officeart/2005/8/layout/balance1"/>
    <dgm:cxn modelId="{DD22BA54-4CFE-4C22-A42E-5A8E5DC79A46}" type="presOf" srcId="{0C64F2E3-8C74-4B04-81F2-14A012AC3F8A}" destId="{E99B0BF6-64D1-4D27-BF97-475CC92BF1E4}" srcOrd="0" destOrd="0" presId="urn:microsoft.com/office/officeart/2005/8/layout/balance1"/>
    <dgm:cxn modelId="{B4AD9F8E-1E66-4EDB-A794-86BA1AFC600A}" srcId="{E36734EF-A363-4E2E-BF27-59F68E4784AA}" destId="{0C64F2E3-8C74-4B04-81F2-14A012AC3F8A}" srcOrd="1" destOrd="0" parTransId="{49673C20-21C1-413B-BA8B-1C1E012F05A9}" sibTransId="{582D8A6E-3ED3-48E3-9BA8-1A96054281E5}"/>
    <dgm:cxn modelId="{81E1F791-6CD8-4C3C-8D15-276992978AFF}" srcId="{B5DE95B4-B15F-4D65-BC65-FB003E989C4D}" destId="{533CB6AA-998D-40D7-9F75-B6F19B794A50}" srcOrd="1" destOrd="0" parTransId="{DECD4106-5C50-442B-AF50-CF385A02BCB4}" sibTransId="{B069C0F2-5706-46F8-B28A-CA0F6FB1FC26}"/>
    <dgm:cxn modelId="{09F5A2B0-3956-40D7-9591-B501B3788369}" srcId="{1B4B28B0-C763-4D98-B468-AFBF94135143}" destId="{E36734EF-A363-4E2E-BF27-59F68E4784AA}" srcOrd="1" destOrd="0" parTransId="{CA490C93-40E6-47D6-BD0B-28B5A68B85B4}" sibTransId="{6521C900-C07E-4CB6-B28A-73C5209605DB}"/>
    <dgm:cxn modelId="{0EC2D9C0-65A2-4087-B9C3-B52B6AE2B126}" type="presOf" srcId="{8EF48273-24E1-4A62-90E7-DDA259A9831D}" destId="{1E8B419F-2EF7-4D39-9A54-31C6EE301792}" srcOrd="0" destOrd="0" presId="urn:microsoft.com/office/officeart/2005/8/layout/balance1"/>
    <dgm:cxn modelId="{CA34C2C3-7C42-475D-A54F-F59DEA96CB49}" srcId="{1B4B28B0-C763-4D98-B468-AFBF94135143}" destId="{B5DE95B4-B15F-4D65-BC65-FB003E989C4D}" srcOrd="0" destOrd="0" parTransId="{19E7F44E-185A-4EAB-933C-F8FE10CB9746}" sibTransId="{5C1C52E2-6A62-422E-8CC0-DBA1EAC9E104}"/>
    <dgm:cxn modelId="{9D1050D7-1E54-4A12-96C3-3B43238FB1E9}" srcId="{E36734EF-A363-4E2E-BF27-59F68E4784AA}" destId="{8EF48273-24E1-4A62-90E7-DDA259A9831D}" srcOrd="0" destOrd="0" parTransId="{2C424979-1002-4A5F-8B71-4D5AA3CEEB1D}" sibTransId="{ECFECD0F-991C-4C08-B183-5429813336F2}"/>
    <dgm:cxn modelId="{439E68F3-D6B8-41C2-8AD7-544CF8197522}" srcId="{B5DE95B4-B15F-4D65-BC65-FB003E989C4D}" destId="{7FCA136E-89C6-4344-AB6A-CA2669C3D605}" srcOrd="0" destOrd="0" parTransId="{3B705DE7-06DD-4BFF-B358-962758EB336A}" sibTransId="{EEBA9BC2-7745-42E5-AD5A-229C350E046B}"/>
    <dgm:cxn modelId="{EA481DF4-A54A-4732-9047-60C0880B1BE7}" type="presOf" srcId="{7FCA136E-89C6-4344-AB6A-CA2669C3D605}" destId="{1D32A745-BB66-45CE-B693-89DAF93D4734}" srcOrd="0" destOrd="0" presId="urn:microsoft.com/office/officeart/2005/8/layout/balance1"/>
    <dgm:cxn modelId="{6C7D30FD-FEF6-46F5-BAAD-2D45CCD8DD3E}" type="presOf" srcId="{1B4B28B0-C763-4D98-B468-AFBF94135143}" destId="{EBB297F0-468E-4223-BE0A-40CC5AE2762B}" srcOrd="0" destOrd="0" presId="urn:microsoft.com/office/officeart/2005/8/layout/balance1"/>
    <dgm:cxn modelId="{BEF3012F-F047-48E6-9FBD-D5DDFBB0071D}" type="presParOf" srcId="{EBB297F0-468E-4223-BE0A-40CC5AE2762B}" destId="{D9B32DB7-6D86-4A6C-BC3C-65EC9ADDA691}" srcOrd="0" destOrd="0" presId="urn:microsoft.com/office/officeart/2005/8/layout/balance1"/>
    <dgm:cxn modelId="{B31A449A-D98D-41BD-93CC-D706E3EE1920}" type="presParOf" srcId="{EBB297F0-468E-4223-BE0A-40CC5AE2762B}" destId="{AEE23BAA-9888-46B3-9C3E-4419FB078FC0}" srcOrd="1" destOrd="0" presId="urn:microsoft.com/office/officeart/2005/8/layout/balance1"/>
    <dgm:cxn modelId="{9B9CE7F8-622B-4792-99CF-530F9F28BA7D}" type="presParOf" srcId="{AEE23BAA-9888-46B3-9C3E-4419FB078FC0}" destId="{F728E807-8C4B-4178-BD16-659494FB7916}" srcOrd="0" destOrd="0" presId="urn:microsoft.com/office/officeart/2005/8/layout/balance1"/>
    <dgm:cxn modelId="{22214091-969B-45E8-A38E-C89DF7A9E6E9}" type="presParOf" srcId="{AEE23BAA-9888-46B3-9C3E-4419FB078FC0}" destId="{DC00FAF3-504C-45E8-9B93-4BACFD7CB465}" srcOrd="1" destOrd="0" presId="urn:microsoft.com/office/officeart/2005/8/layout/balance1"/>
    <dgm:cxn modelId="{6C8BAAA1-267D-4FA5-BD83-B30259FAAAD7}" type="presParOf" srcId="{EBB297F0-468E-4223-BE0A-40CC5AE2762B}" destId="{506FC7D9-FD30-4616-A3EA-C0D9BE7F509E}" srcOrd="2" destOrd="0" presId="urn:microsoft.com/office/officeart/2005/8/layout/balance1"/>
    <dgm:cxn modelId="{B387606F-5D07-4710-BC9F-64619CB0A750}" type="presParOf" srcId="{506FC7D9-FD30-4616-A3EA-C0D9BE7F509E}" destId="{89D71E27-F918-47FB-8E49-90EFD3888B05}" srcOrd="0" destOrd="0" presId="urn:microsoft.com/office/officeart/2005/8/layout/balance1"/>
    <dgm:cxn modelId="{50057D15-45C7-4C7C-ACA4-E93021249DC0}" type="presParOf" srcId="{506FC7D9-FD30-4616-A3EA-C0D9BE7F509E}" destId="{44184F73-2A42-4C53-86C1-F1CD98F10B25}" srcOrd="1" destOrd="0" presId="urn:microsoft.com/office/officeart/2005/8/layout/balance1"/>
    <dgm:cxn modelId="{903F6970-46C2-416B-A6A1-D5D967D26BC7}" type="presParOf" srcId="{506FC7D9-FD30-4616-A3EA-C0D9BE7F509E}" destId="{2A9DF816-6E6D-453F-A061-10E5A4B57624}" srcOrd="2" destOrd="0" presId="urn:microsoft.com/office/officeart/2005/8/layout/balance1"/>
    <dgm:cxn modelId="{93210FD3-4E0B-43BA-A06A-56470E2DB32F}" type="presParOf" srcId="{506FC7D9-FD30-4616-A3EA-C0D9BE7F509E}" destId="{1E8B419F-2EF7-4D39-9A54-31C6EE301792}" srcOrd="3" destOrd="0" presId="urn:microsoft.com/office/officeart/2005/8/layout/balance1"/>
    <dgm:cxn modelId="{81507D50-2E53-43AA-8603-B2F992FAD206}" type="presParOf" srcId="{506FC7D9-FD30-4616-A3EA-C0D9BE7F509E}" destId="{E99B0BF6-64D1-4D27-BF97-475CC92BF1E4}" srcOrd="4" destOrd="0" presId="urn:microsoft.com/office/officeart/2005/8/layout/balance1"/>
    <dgm:cxn modelId="{FAC10D9A-F33C-4362-B1DE-CB6B2354A7F9}" type="presParOf" srcId="{506FC7D9-FD30-4616-A3EA-C0D9BE7F509E}" destId="{8C72567C-3CE3-48BB-8960-AC2DEC5B6EA9}" srcOrd="5" destOrd="0" presId="urn:microsoft.com/office/officeart/2005/8/layout/balance1"/>
    <dgm:cxn modelId="{A73A0BA9-7492-4C55-92EE-233019B4C87F}" type="presParOf" srcId="{506FC7D9-FD30-4616-A3EA-C0D9BE7F509E}" destId="{1D32A745-BB66-45CE-B693-89DAF93D4734}" srcOrd="6" destOrd="0" presId="urn:microsoft.com/office/officeart/2005/8/layout/balance1"/>
    <dgm:cxn modelId="{3369635C-00CF-46FD-A659-3316B1A62147}" type="presParOf" srcId="{506FC7D9-FD30-4616-A3EA-C0D9BE7F509E}" destId="{5A761578-7782-43A9-AEFE-D74339A08069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E6226F4-DD42-4FCC-A5BE-BD0AE6722066}" type="doc">
      <dgm:prSet loTypeId="urn:microsoft.com/office/officeart/2008/layout/VerticalCurvedList" loCatId="list" qsTypeId="urn:microsoft.com/office/officeart/2005/8/quickstyle/3d1" qsCatId="3D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3E435463-FBB7-48B4-A676-65F6980F7A8F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QQ Plot</a:t>
          </a:r>
          <a:r>
            <a:rPr lang="fa-IR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ارجح‌ترین ابزار برای بررسی نرمال بودن توزیع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19602CC7-72FE-4CC7-BA94-DB92A2711921}" type="parTrans" cxnId="{62ECF8C9-B957-4A77-AFFD-CE4E99BCAD93}">
      <dgm:prSet/>
      <dgm:spPr/>
      <dgm:t>
        <a:bodyPr/>
        <a:lstStyle/>
        <a:p>
          <a:endParaRPr lang="en-US"/>
        </a:p>
      </dgm:t>
    </dgm:pt>
    <dgm:pt modelId="{55A9FF92-B917-45B8-9153-85A692EC6EF4}" type="sibTrans" cxnId="{62ECF8C9-B957-4A77-AFFD-CE4E99BCAD93}">
      <dgm:prSet/>
      <dgm:spPr/>
      <dgm:t>
        <a:bodyPr/>
        <a:lstStyle/>
        <a:p>
          <a:endParaRPr lang="en-US"/>
        </a:p>
      </dgm:t>
    </dgm:pt>
    <dgm:pt modelId="{DA5382F8-BA3C-489E-84B9-7270E6432D28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انحراف نقاط از نقاط اصلی←نرمال نبودن متغیر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7AD86EDA-2F0A-4607-93A8-B094499CE874}" type="parTrans" cxnId="{D41711B2-E7CD-49F9-B81D-B3CC9A0920DE}">
      <dgm:prSet/>
      <dgm:spPr/>
      <dgm:t>
        <a:bodyPr/>
        <a:lstStyle/>
        <a:p>
          <a:endParaRPr lang="en-US"/>
        </a:p>
      </dgm:t>
    </dgm:pt>
    <dgm:pt modelId="{CEA49D8F-4222-4B54-AAAC-FE861B253008}" type="sibTrans" cxnId="{D41711B2-E7CD-49F9-B81D-B3CC9A0920DE}">
      <dgm:prSet/>
      <dgm:spPr/>
      <dgm:t>
        <a:bodyPr/>
        <a:lstStyle/>
        <a:p>
          <a:endParaRPr lang="en-US"/>
        </a:p>
      </dgm:t>
    </dgm:pt>
    <dgm:pt modelId="{109673E1-27A9-49D9-BC20-48F269387F31}">
      <dgm:prSet phldrT="[Text]" custT="1"/>
      <dgm:spPr/>
      <dgm:t>
        <a:bodyPr/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بررسی تطابق نقاط با نقاط اصلی(نرمال) مدنظر می‌باشد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8813F4E7-3BE3-44EC-BD35-9CD521878639}" type="parTrans" cxnId="{988D9A00-5008-4D9C-8E06-0E6E7552776A}">
      <dgm:prSet/>
      <dgm:spPr/>
      <dgm:t>
        <a:bodyPr/>
        <a:lstStyle/>
        <a:p>
          <a:endParaRPr lang="en-US"/>
        </a:p>
      </dgm:t>
    </dgm:pt>
    <dgm:pt modelId="{45A02DB8-8BD6-4C99-94C9-685ED1B6CE47}" type="sibTrans" cxnId="{988D9A00-5008-4D9C-8E06-0E6E7552776A}">
      <dgm:prSet/>
      <dgm:spPr/>
      <dgm:t>
        <a:bodyPr/>
        <a:lstStyle/>
        <a:p>
          <a:endParaRPr lang="en-US"/>
        </a:p>
      </dgm:t>
    </dgm:pt>
    <dgm:pt modelId="{7E423461-ABCE-424D-A2C3-09F04A212703}" type="pres">
      <dgm:prSet presAssocID="{BE6226F4-DD42-4FCC-A5BE-BD0AE6722066}" presName="Name0" presStyleCnt="0">
        <dgm:presLayoutVars>
          <dgm:chMax val="7"/>
          <dgm:chPref val="7"/>
          <dgm:dir val="rev"/>
        </dgm:presLayoutVars>
      </dgm:prSet>
      <dgm:spPr/>
    </dgm:pt>
    <dgm:pt modelId="{F7479973-FA42-4E91-BB24-F7CBFEF16DDB}" type="pres">
      <dgm:prSet presAssocID="{BE6226F4-DD42-4FCC-A5BE-BD0AE6722066}" presName="Name1" presStyleCnt="0"/>
      <dgm:spPr/>
    </dgm:pt>
    <dgm:pt modelId="{2239D2F4-1C49-4FF6-BAC5-C1B3C8E94EC1}" type="pres">
      <dgm:prSet presAssocID="{BE6226F4-DD42-4FCC-A5BE-BD0AE6722066}" presName="cycle" presStyleCnt="0"/>
      <dgm:spPr/>
    </dgm:pt>
    <dgm:pt modelId="{C873E1FD-54F9-4127-BCC2-DB1FA7B0357A}" type="pres">
      <dgm:prSet presAssocID="{BE6226F4-DD42-4FCC-A5BE-BD0AE6722066}" presName="srcNode" presStyleLbl="node1" presStyleIdx="0" presStyleCnt="3"/>
      <dgm:spPr/>
    </dgm:pt>
    <dgm:pt modelId="{4CEBEE7B-4E02-4990-9726-D7E2F90EC5CD}" type="pres">
      <dgm:prSet presAssocID="{BE6226F4-DD42-4FCC-A5BE-BD0AE6722066}" presName="conn" presStyleLbl="parChTrans1D2" presStyleIdx="0" presStyleCnt="1"/>
      <dgm:spPr/>
    </dgm:pt>
    <dgm:pt modelId="{BAF97F30-5CC5-4E04-A5A0-95D4D7796A1A}" type="pres">
      <dgm:prSet presAssocID="{BE6226F4-DD42-4FCC-A5BE-BD0AE6722066}" presName="extraNode" presStyleLbl="node1" presStyleIdx="0" presStyleCnt="3"/>
      <dgm:spPr/>
    </dgm:pt>
    <dgm:pt modelId="{AED25B97-2956-4723-8B2C-63B2CF890EC6}" type="pres">
      <dgm:prSet presAssocID="{BE6226F4-DD42-4FCC-A5BE-BD0AE6722066}" presName="dstNode" presStyleLbl="node1" presStyleIdx="0" presStyleCnt="3"/>
      <dgm:spPr/>
    </dgm:pt>
    <dgm:pt modelId="{05757205-F2AA-4BAF-97AA-F3EB9AD0D024}" type="pres">
      <dgm:prSet presAssocID="{3E435463-FBB7-48B4-A676-65F6980F7A8F}" presName="text_1" presStyleLbl="node1" presStyleIdx="0" presStyleCnt="3">
        <dgm:presLayoutVars>
          <dgm:bulletEnabled val="1"/>
        </dgm:presLayoutVars>
      </dgm:prSet>
      <dgm:spPr/>
    </dgm:pt>
    <dgm:pt modelId="{01B0859C-ED74-4B84-A03E-2097CCB923EA}" type="pres">
      <dgm:prSet presAssocID="{3E435463-FBB7-48B4-A676-65F6980F7A8F}" presName="accent_1" presStyleCnt="0"/>
      <dgm:spPr/>
    </dgm:pt>
    <dgm:pt modelId="{D0FA6AA6-46A8-4B1C-AEB3-EDC19B5BED24}" type="pres">
      <dgm:prSet presAssocID="{3E435463-FBB7-48B4-A676-65F6980F7A8F}" presName="accentRepeatNode" presStyleLbl="solidFgAcc1" presStyleIdx="0" presStyleCnt="3"/>
      <dgm:spPr/>
    </dgm:pt>
    <dgm:pt modelId="{490F6E73-6134-4097-94F5-1507782E32ED}" type="pres">
      <dgm:prSet presAssocID="{DA5382F8-BA3C-489E-84B9-7270E6432D28}" presName="text_2" presStyleLbl="node1" presStyleIdx="1" presStyleCnt="3">
        <dgm:presLayoutVars>
          <dgm:bulletEnabled val="1"/>
        </dgm:presLayoutVars>
      </dgm:prSet>
      <dgm:spPr/>
    </dgm:pt>
    <dgm:pt modelId="{A438ADC8-8880-4299-97B2-035682C81457}" type="pres">
      <dgm:prSet presAssocID="{DA5382F8-BA3C-489E-84B9-7270E6432D28}" presName="accent_2" presStyleCnt="0"/>
      <dgm:spPr/>
    </dgm:pt>
    <dgm:pt modelId="{C684186F-4951-43F7-BE8F-9E97624D60E3}" type="pres">
      <dgm:prSet presAssocID="{DA5382F8-BA3C-489E-84B9-7270E6432D28}" presName="accentRepeatNode" presStyleLbl="solidFgAcc1" presStyleIdx="1" presStyleCnt="3"/>
      <dgm:spPr/>
    </dgm:pt>
    <dgm:pt modelId="{384B4366-B58B-434D-8176-6C63B548221E}" type="pres">
      <dgm:prSet presAssocID="{109673E1-27A9-49D9-BC20-48F269387F31}" presName="text_3" presStyleLbl="node1" presStyleIdx="2" presStyleCnt="3">
        <dgm:presLayoutVars>
          <dgm:bulletEnabled val="1"/>
        </dgm:presLayoutVars>
      </dgm:prSet>
      <dgm:spPr/>
    </dgm:pt>
    <dgm:pt modelId="{6BE28318-B06E-45A3-92B5-A4C49159DF72}" type="pres">
      <dgm:prSet presAssocID="{109673E1-27A9-49D9-BC20-48F269387F31}" presName="accent_3" presStyleCnt="0"/>
      <dgm:spPr/>
    </dgm:pt>
    <dgm:pt modelId="{19CFBD71-A89D-4399-8BEC-9367F997255F}" type="pres">
      <dgm:prSet presAssocID="{109673E1-27A9-49D9-BC20-48F269387F31}" presName="accentRepeatNode" presStyleLbl="solidFgAcc1" presStyleIdx="2" presStyleCnt="3"/>
      <dgm:spPr/>
    </dgm:pt>
  </dgm:ptLst>
  <dgm:cxnLst>
    <dgm:cxn modelId="{988D9A00-5008-4D9C-8E06-0E6E7552776A}" srcId="{BE6226F4-DD42-4FCC-A5BE-BD0AE6722066}" destId="{109673E1-27A9-49D9-BC20-48F269387F31}" srcOrd="2" destOrd="0" parTransId="{8813F4E7-3BE3-44EC-BD35-9CD521878639}" sibTransId="{45A02DB8-8BD6-4C99-94C9-685ED1B6CE47}"/>
    <dgm:cxn modelId="{4617FA63-C171-412C-8E2E-D57805A45DD8}" type="presOf" srcId="{55A9FF92-B917-45B8-9153-85A692EC6EF4}" destId="{4CEBEE7B-4E02-4990-9726-D7E2F90EC5CD}" srcOrd="0" destOrd="0" presId="urn:microsoft.com/office/officeart/2008/layout/VerticalCurvedList"/>
    <dgm:cxn modelId="{6CCC5C7B-82CC-4A00-8F08-7C279756A34B}" type="presOf" srcId="{BE6226F4-DD42-4FCC-A5BE-BD0AE6722066}" destId="{7E423461-ABCE-424D-A2C3-09F04A212703}" srcOrd="0" destOrd="0" presId="urn:microsoft.com/office/officeart/2008/layout/VerticalCurvedList"/>
    <dgm:cxn modelId="{D41711B2-E7CD-49F9-B81D-B3CC9A0920DE}" srcId="{BE6226F4-DD42-4FCC-A5BE-BD0AE6722066}" destId="{DA5382F8-BA3C-489E-84B9-7270E6432D28}" srcOrd="1" destOrd="0" parTransId="{7AD86EDA-2F0A-4607-93A8-B094499CE874}" sibTransId="{CEA49D8F-4222-4B54-AAAC-FE861B253008}"/>
    <dgm:cxn modelId="{62ECF8C9-B957-4A77-AFFD-CE4E99BCAD93}" srcId="{BE6226F4-DD42-4FCC-A5BE-BD0AE6722066}" destId="{3E435463-FBB7-48B4-A676-65F6980F7A8F}" srcOrd="0" destOrd="0" parTransId="{19602CC7-72FE-4CC7-BA94-DB92A2711921}" sibTransId="{55A9FF92-B917-45B8-9153-85A692EC6EF4}"/>
    <dgm:cxn modelId="{F2C637E6-7761-4D09-B60F-EEEE86474EC8}" type="presOf" srcId="{3E435463-FBB7-48B4-A676-65F6980F7A8F}" destId="{05757205-F2AA-4BAF-97AA-F3EB9AD0D024}" srcOrd="0" destOrd="0" presId="urn:microsoft.com/office/officeart/2008/layout/VerticalCurvedList"/>
    <dgm:cxn modelId="{899447F1-55B4-4323-B63F-A82919B750F1}" type="presOf" srcId="{DA5382F8-BA3C-489E-84B9-7270E6432D28}" destId="{490F6E73-6134-4097-94F5-1507782E32ED}" srcOrd="0" destOrd="0" presId="urn:microsoft.com/office/officeart/2008/layout/VerticalCurvedList"/>
    <dgm:cxn modelId="{325E88F3-A734-48FD-8FAF-5D8ED06CFF6F}" type="presOf" srcId="{109673E1-27A9-49D9-BC20-48F269387F31}" destId="{384B4366-B58B-434D-8176-6C63B548221E}" srcOrd="0" destOrd="0" presId="urn:microsoft.com/office/officeart/2008/layout/VerticalCurvedList"/>
    <dgm:cxn modelId="{BF8626B0-4B77-49AB-9054-05218BC6D8AD}" type="presParOf" srcId="{7E423461-ABCE-424D-A2C3-09F04A212703}" destId="{F7479973-FA42-4E91-BB24-F7CBFEF16DDB}" srcOrd="0" destOrd="0" presId="urn:microsoft.com/office/officeart/2008/layout/VerticalCurvedList"/>
    <dgm:cxn modelId="{2BD432AE-577F-4B37-B9E0-005ACC78C4E6}" type="presParOf" srcId="{F7479973-FA42-4E91-BB24-F7CBFEF16DDB}" destId="{2239D2F4-1C49-4FF6-BAC5-C1B3C8E94EC1}" srcOrd="0" destOrd="0" presId="urn:microsoft.com/office/officeart/2008/layout/VerticalCurvedList"/>
    <dgm:cxn modelId="{CF54D6E5-A6ED-4EF1-B2F4-709DA1FB99F8}" type="presParOf" srcId="{2239D2F4-1C49-4FF6-BAC5-C1B3C8E94EC1}" destId="{C873E1FD-54F9-4127-BCC2-DB1FA7B0357A}" srcOrd="0" destOrd="0" presId="urn:microsoft.com/office/officeart/2008/layout/VerticalCurvedList"/>
    <dgm:cxn modelId="{675EF8D1-35ED-4390-A88F-11200BEB4DD6}" type="presParOf" srcId="{2239D2F4-1C49-4FF6-BAC5-C1B3C8E94EC1}" destId="{4CEBEE7B-4E02-4990-9726-D7E2F90EC5CD}" srcOrd="1" destOrd="0" presId="urn:microsoft.com/office/officeart/2008/layout/VerticalCurvedList"/>
    <dgm:cxn modelId="{DEB55706-A153-4C6B-ACFF-27A184107FB4}" type="presParOf" srcId="{2239D2F4-1C49-4FF6-BAC5-C1B3C8E94EC1}" destId="{BAF97F30-5CC5-4E04-A5A0-95D4D7796A1A}" srcOrd="2" destOrd="0" presId="urn:microsoft.com/office/officeart/2008/layout/VerticalCurvedList"/>
    <dgm:cxn modelId="{10820912-E940-4786-8FD8-CEAAB71140BB}" type="presParOf" srcId="{2239D2F4-1C49-4FF6-BAC5-C1B3C8E94EC1}" destId="{AED25B97-2956-4723-8B2C-63B2CF890EC6}" srcOrd="3" destOrd="0" presId="urn:microsoft.com/office/officeart/2008/layout/VerticalCurvedList"/>
    <dgm:cxn modelId="{424D79CF-B527-4CE3-ADB9-FFEAE75C0D92}" type="presParOf" srcId="{F7479973-FA42-4E91-BB24-F7CBFEF16DDB}" destId="{05757205-F2AA-4BAF-97AA-F3EB9AD0D024}" srcOrd="1" destOrd="0" presId="urn:microsoft.com/office/officeart/2008/layout/VerticalCurvedList"/>
    <dgm:cxn modelId="{661B15A5-BB21-4CC1-9E43-C427058332D2}" type="presParOf" srcId="{F7479973-FA42-4E91-BB24-F7CBFEF16DDB}" destId="{01B0859C-ED74-4B84-A03E-2097CCB923EA}" srcOrd="2" destOrd="0" presId="urn:microsoft.com/office/officeart/2008/layout/VerticalCurvedList"/>
    <dgm:cxn modelId="{4D7D3E53-E40F-4EDA-95D4-D6215DC52CFF}" type="presParOf" srcId="{01B0859C-ED74-4B84-A03E-2097CCB923EA}" destId="{D0FA6AA6-46A8-4B1C-AEB3-EDC19B5BED24}" srcOrd="0" destOrd="0" presId="urn:microsoft.com/office/officeart/2008/layout/VerticalCurvedList"/>
    <dgm:cxn modelId="{03661EF0-5391-4E71-AFE9-EC638FBF32D8}" type="presParOf" srcId="{F7479973-FA42-4E91-BB24-F7CBFEF16DDB}" destId="{490F6E73-6134-4097-94F5-1507782E32ED}" srcOrd="3" destOrd="0" presId="urn:microsoft.com/office/officeart/2008/layout/VerticalCurvedList"/>
    <dgm:cxn modelId="{C10D3CF3-DDDD-44E8-BE15-12BB45FF2A8F}" type="presParOf" srcId="{F7479973-FA42-4E91-BB24-F7CBFEF16DDB}" destId="{A438ADC8-8880-4299-97B2-035682C81457}" srcOrd="4" destOrd="0" presId="urn:microsoft.com/office/officeart/2008/layout/VerticalCurvedList"/>
    <dgm:cxn modelId="{16DE3C36-754F-4DA8-B304-29AA69E91FAC}" type="presParOf" srcId="{A438ADC8-8880-4299-97B2-035682C81457}" destId="{C684186F-4951-43F7-BE8F-9E97624D60E3}" srcOrd="0" destOrd="0" presId="urn:microsoft.com/office/officeart/2008/layout/VerticalCurvedList"/>
    <dgm:cxn modelId="{A56EC200-E9AC-4E1F-AD39-F44AD492A04B}" type="presParOf" srcId="{F7479973-FA42-4E91-BB24-F7CBFEF16DDB}" destId="{384B4366-B58B-434D-8176-6C63B548221E}" srcOrd="5" destOrd="0" presId="urn:microsoft.com/office/officeart/2008/layout/VerticalCurvedList"/>
    <dgm:cxn modelId="{49227A33-DC11-4D40-AB16-244D2CD545D9}" type="presParOf" srcId="{F7479973-FA42-4E91-BB24-F7CBFEF16DDB}" destId="{6BE28318-B06E-45A3-92B5-A4C49159DF72}" srcOrd="6" destOrd="0" presId="urn:microsoft.com/office/officeart/2008/layout/VerticalCurvedList"/>
    <dgm:cxn modelId="{8E0F42E3-F931-40A9-A0CA-C299519020F6}" type="presParOf" srcId="{6BE28318-B06E-45A3-92B5-A4C49159DF72}" destId="{19CFBD71-A89D-4399-8BEC-9367F997255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 spcFirstLastPara="0" vert="horz" wrap="square" lIns="120904" tIns="69088" rIns="120904" bIns="69088" numCol="1" spcCol="1270" anchor="ctr" anchorCtr="0"/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6-6 فیلد </a:t>
          </a:r>
          <a:r>
            <a:rPr lang="en-US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PrevexP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 spcFirstLastPara="0" vert="horz" wrap="square" lIns="90678" tIns="90678" rIns="120904" bIns="136017" numCol="1" spcCol="1270" anchor="t" anchorCtr="0"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C29FEAC9-0F06-4510-B4DA-9F43FC2F025A}">
      <dgm:prSet phldrT="[Text]" custT="1"/>
      <dgm:spPr/>
      <dgm:t>
        <a:bodyPr spcFirstLastPara="0" vert="horz" wrap="square" lIns="90678" tIns="90678" rIns="120904" bIns="136017" numCol="1" spcCol="1270" anchor="t" anchorCtr="0"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چولگی بالا و کشیدگی مثبت، افراد با تجربه کاری کم بیشتر می‌باشند.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EE6092DD-F072-4B7E-9988-5F8AF314214E}" type="parTrans" cxnId="{ACE39B7F-CF02-4F57-AC8A-089D4D2E275A}">
      <dgm:prSet/>
      <dgm:spPr/>
      <dgm:t>
        <a:bodyPr/>
        <a:lstStyle/>
        <a:p>
          <a:endParaRPr lang="en-US"/>
        </a:p>
      </dgm:t>
    </dgm:pt>
    <dgm:pt modelId="{F619ED02-E893-4736-949B-B91FB85B6632}" type="sibTrans" cxnId="{ACE39B7F-CF02-4F57-AC8A-089D4D2E275A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>
        <a:xfrm>
          <a:off x="0" y="0"/>
          <a:ext cx="3171756" cy="864000"/>
        </a:xfrm>
        <a:prstGeom prst="rect">
          <a:avLst/>
        </a:prstGeom>
      </dgm:spPr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>
        <a:xfrm>
          <a:off x="1551" y="886252"/>
          <a:ext cx="3177973" cy="2017575"/>
        </a:xfrm>
        <a:prstGeom prst="rect">
          <a:avLst/>
        </a:prstGeom>
      </dgm:spPr>
    </dgm:pt>
  </dgm:ptLst>
  <dgm:cxnLst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ACE39B7F-CF02-4F57-AC8A-089D4D2E275A}" srcId="{2721B3E1-1DE3-4FB9-BBF5-835AFD611C24}" destId="{C29FEAC9-0F06-4510-B4DA-9F43FC2F025A}" srcOrd="1" destOrd="0" parTransId="{EE6092DD-F072-4B7E-9988-5F8AF314214E}" sibTransId="{F619ED02-E893-4736-949B-B91FB85B6632}"/>
    <dgm:cxn modelId="{786C8DAA-8896-42D5-B033-453F807CF1DB}" type="presOf" srcId="{C29FEAC9-0F06-4510-B4DA-9F43FC2F025A}" destId="{370517C4-A58F-435D-B7C0-A2FEC1358C63}" srcOrd="0" destOrd="1" presId="urn:microsoft.com/office/officeart/2005/8/layout/hList1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6-5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JobTime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F29DAC55-C898-4DC5-87D5-43CDE9EEC6B2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مقدار چولگی و کشیدگی این متغیر، شکل توزیع متقارن به نظر می‌رسد.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77ED8393-5CFC-42F8-82B6-D96F39897E00}" type="parTrans" cxnId="{A3CB0E6D-B45E-44F0-887A-1DB3890DECBF}">
      <dgm:prSet/>
      <dgm:spPr/>
      <dgm:t>
        <a:bodyPr/>
        <a:lstStyle/>
        <a:p>
          <a:endParaRPr lang="en-US"/>
        </a:p>
      </dgm:t>
    </dgm:pt>
    <dgm:pt modelId="{F69B2D76-313D-40EE-B500-305AD4E075B1}" type="sibTrans" cxnId="{A3CB0E6D-B45E-44F0-887A-1DB3890DECBF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/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/>
    </dgm:pt>
  </dgm:ptLst>
  <dgm:cxnLst>
    <dgm:cxn modelId="{BB686E4A-EA69-4E9D-AD2F-F2FDC6CDC4B8}" type="presOf" srcId="{F29DAC55-C898-4DC5-87D5-43CDE9EEC6B2}" destId="{370517C4-A58F-435D-B7C0-A2FEC1358C63}" srcOrd="0" destOrd="1" presId="urn:microsoft.com/office/officeart/2005/8/layout/hList1"/>
    <dgm:cxn modelId="{A3CB0E6D-B45E-44F0-887A-1DB3890DECBF}" srcId="{2721B3E1-1DE3-4FB9-BBF5-835AFD611C24}" destId="{F29DAC55-C898-4DC5-87D5-43CDE9EEC6B2}" srcOrd="1" destOrd="0" parTransId="{77ED8393-5CFC-42F8-82B6-D96F39897E00}" sibTransId="{F69B2D76-313D-40EE-B500-305AD4E075B1}"/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6-4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SalBegin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B6893F5A-D192-4D2E-AA16-32AA8038784F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دارای بیشترین چولگی و انحراف از نرمال بودن 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35A2DC0E-ADEE-4D08-9F9F-3470C69A63FB}" type="parTrans" cxnId="{4EE4907E-6577-4509-8AE2-C5251AB7E509}">
      <dgm:prSet/>
      <dgm:spPr/>
      <dgm:t>
        <a:bodyPr/>
        <a:lstStyle/>
        <a:p>
          <a:endParaRPr lang="en-US"/>
        </a:p>
      </dgm:t>
    </dgm:pt>
    <dgm:pt modelId="{4278BB6A-80FE-4CD7-9E72-EF76CBE0E8B6}" type="sibTrans" cxnId="{4EE4907E-6577-4509-8AE2-C5251AB7E509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/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/>
    </dgm:pt>
  </dgm:ptLst>
  <dgm:cxnLst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4EE4907E-6577-4509-8AE2-C5251AB7E509}" srcId="{2721B3E1-1DE3-4FB9-BBF5-835AFD611C24}" destId="{B6893F5A-D192-4D2E-AA16-32AA8038784F}" srcOrd="1" destOrd="0" parTransId="{35A2DC0E-ADEE-4D08-9F9F-3470C69A63FB}" sibTransId="{4278BB6A-80FE-4CD7-9E72-EF76CBE0E8B6}"/>
    <dgm:cxn modelId="{377FAB8F-7E96-49A8-8510-CE7D5110E8FB}" type="presOf" srcId="{B6893F5A-D192-4D2E-AA16-32AA8038784F}" destId="{370517C4-A58F-435D-B7C0-A2FEC1358C63}" srcOrd="0" destOrd="1" presId="urn:microsoft.com/office/officeart/2005/8/layout/hList1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6-3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Salary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DCC12BBF-6B6E-4A55-B339-55EA5E67882F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توزیع بسیار تیز و چولگی شدید، این 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1A5BC659-A842-4703-9F34-D623A3CF7272}" type="parTrans" cxnId="{5DFE9D03-FBE9-43EF-AE66-D23EEAB4231A}">
      <dgm:prSet/>
      <dgm:spPr/>
      <dgm:t>
        <a:bodyPr/>
        <a:lstStyle/>
        <a:p>
          <a:endParaRPr lang="en-US"/>
        </a:p>
      </dgm:t>
    </dgm:pt>
    <dgm:pt modelId="{A1CEFE18-27A7-46A6-8927-0FAE87C5CCBE}" type="sibTrans" cxnId="{5DFE9D03-FBE9-43EF-AE66-D23EEAB4231A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/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/>
    </dgm:pt>
  </dgm:ptLst>
  <dgm:cxnLst>
    <dgm:cxn modelId="{5DFE9D03-FBE9-43EF-AE66-D23EEAB4231A}" srcId="{2721B3E1-1DE3-4FB9-BBF5-835AFD611C24}" destId="{DCC12BBF-6B6E-4A55-B339-55EA5E67882F}" srcOrd="1" destOrd="0" parTransId="{1A5BC659-A842-4703-9F34-D623A3CF7272}" sibTransId="{A1CEFE18-27A7-46A6-8927-0FAE87C5CCBE}"/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AAC645C9-1B6F-4F6E-8A88-AED7750DA0AC}" type="presOf" srcId="{DCC12BBF-6B6E-4A55-B339-55EA5E67882F}" destId="{370517C4-A58F-435D-B7C0-A2FEC1358C63}" srcOrd="0" destOrd="1" presId="urn:microsoft.com/office/officeart/2005/8/layout/hList1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6-2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Educ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6C725225-3ED9-45F7-9D5E-34EDB3F7F0D7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مقدار چولگی و کشیدگی این متغیر، شکل توزیع متقارن به نظر می‌رسد.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E7BB2B57-28D6-4CC1-832F-C1B7CE9BBFB9}" type="parTrans" cxnId="{AAF2F3E7-8CDB-4DD5-83B8-7C9C0E184ECC}">
      <dgm:prSet/>
      <dgm:spPr/>
      <dgm:t>
        <a:bodyPr/>
        <a:lstStyle/>
        <a:p>
          <a:endParaRPr lang="en-US"/>
        </a:p>
      </dgm:t>
    </dgm:pt>
    <dgm:pt modelId="{71EAA84D-DD99-4234-AB80-8DF865DB59B2}" type="sibTrans" cxnId="{AAF2F3E7-8CDB-4DD5-83B8-7C9C0E184ECC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/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/>
    </dgm:pt>
  </dgm:ptLst>
  <dgm:cxnLst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82EC65A3-13CA-4CC7-8854-DF0941C3063E}" type="presOf" srcId="{6C725225-3ED9-45F7-9D5E-34EDB3F7F0D7}" destId="{370517C4-A58F-435D-B7C0-A2FEC1358C63}" srcOrd="0" destOrd="1" presId="urn:microsoft.com/office/officeart/2005/8/layout/hList1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AAF2F3E7-8CDB-4DD5-83B8-7C9C0E184ECC}" srcId="{2721B3E1-1DE3-4FB9-BBF5-835AFD611C24}" destId="{6C725225-3ED9-45F7-9D5E-34EDB3F7F0D7}" srcOrd="1" destOrd="0" parTransId="{E7BB2B57-28D6-4CC1-832F-C1B7CE9BBFB9}" sibTransId="{71EAA84D-DD99-4234-AB80-8DF865DB59B2}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05BD76B-9B08-4515-A1B8-E5A68999A38B}" type="doc">
      <dgm:prSet loTypeId="urn:microsoft.com/office/officeart/2005/8/layout/hList1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721B3E1-1DE3-4FB9-BBF5-835AFD611C24}">
      <dgm:prSet phldrT="[Text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6-1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Age</a:t>
          </a:r>
        </a:p>
      </dgm:t>
    </dgm:pt>
    <dgm:pt modelId="{2DDDBCAE-D2FA-4472-8ED0-9F64337B763B}" type="par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9CB58C05-DB08-4E4C-B469-21133F0B7A12}" type="sibTrans" cxnId="{59666EE5-A49E-4CFD-953F-3CC6BC30FC3B}">
      <dgm:prSet/>
      <dgm:spPr/>
      <dgm:t>
        <a:bodyPr/>
        <a:lstStyle/>
        <a:p>
          <a:pPr algn="r" rtl="1"/>
          <a:endParaRPr lang="en-US"/>
        </a:p>
      </dgm:t>
    </dgm:pt>
    <dgm:pt modelId="{C56A4F8B-B876-4F68-8092-7F913B44BBE5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C24250EA-880D-47D8-9192-E742720E6CB6}" type="parTrans" cxnId="{5422E6B7-944D-46AA-83AE-5B8D0DD1DEE0}">
      <dgm:prSet/>
      <dgm:spPr/>
      <dgm:t>
        <a:bodyPr/>
        <a:lstStyle/>
        <a:p>
          <a:endParaRPr lang="en-US"/>
        </a:p>
      </dgm:t>
    </dgm:pt>
    <dgm:pt modelId="{2E047C1A-ABFF-49EA-B245-269B2B50CEAC}" type="sibTrans" cxnId="{5422E6B7-944D-46AA-83AE-5B8D0DD1DEE0}">
      <dgm:prSet/>
      <dgm:spPr/>
      <dgm:t>
        <a:bodyPr/>
        <a:lstStyle/>
        <a:p>
          <a:endParaRPr lang="en-US"/>
        </a:p>
      </dgm:t>
    </dgm:pt>
    <dgm:pt modelId="{6C725225-3ED9-45F7-9D5E-34EDB3F7F0D7}">
      <dgm:prSet phldrT="[Text]" custT="1"/>
      <dgm:spPr/>
      <dgm:t>
        <a:bodyPr/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چولگی متمایل به راست، کارمندان جوان بیشتر می‌باشند.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E7BB2B57-28D6-4CC1-832F-C1B7CE9BBFB9}" type="parTrans" cxnId="{AAF2F3E7-8CDB-4DD5-83B8-7C9C0E184ECC}">
      <dgm:prSet/>
      <dgm:spPr/>
      <dgm:t>
        <a:bodyPr/>
        <a:lstStyle/>
        <a:p>
          <a:endParaRPr lang="en-US"/>
        </a:p>
      </dgm:t>
    </dgm:pt>
    <dgm:pt modelId="{71EAA84D-DD99-4234-AB80-8DF865DB59B2}" type="sibTrans" cxnId="{AAF2F3E7-8CDB-4DD5-83B8-7C9C0E184ECC}">
      <dgm:prSet/>
      <dgm:spPr/>
      <dgm:t>
        <a:bodyPr/>
        <a:lstStyle/>
        <a:p>
          <a:endParaRPr lang="en-US"/>
        </a:p>
      </dgm:t>
    </dgm:pt>
    <dgm:pt modelId="{2531A6E5-6D57-4395-B2E0-71EAA61F1E39}" type="pres">
      <dgm:prSet presAssocID="{805BD76B-9B08-4515-A1B8-E5A68999A38B}" presName="Name0" presStyleCnt="0">
        <dgm:presLayoutVars>
          <dgm:dir val="rev"/>
          <dgm:animLvl val="lvl"/>
          <dgm:resizeHandles val="exact"/>
        </dgm:presLayoutVars>
      </dgm:prSet>
      <dgm:spPr/>
    </dgm:pt>
    <dgm:pt modelId="{5E107E5F-1E8B-4AF6-B4A7-C88E5AABCF6B}" type="pres">
      <dgm:prSet presAssocID="{2721B3E1-1DE3-4FB9-BBF5-835AFD611C24}" presName="composite" presStyleCnt="0"/>
      <dgm:spPr/>
    </dgm:pt>
    <dgm:pt modelId="{90FA592E-D718-4BF5-A090-354A93A68C00}" type="pres">
      <dgm:prSet presAssocID="{2721B3E1-1DE3-4FB9-BBF5-835AFD611C24}" presName="parTx" presStyleLbl="alignNode1" presStyleIdx="0" presStyleCnt="1" custScaleY="100000" custLinFactY="-400000" custLinFactNeighborX="-196" custLinFactNeighborY="-407088">
        <dgm:presLayoutVars>
          <dgm:chMax val="0"/>
          <dgm:chPref val="0"/>
          <dgm:bulletEnabled val="1"/>
        </dgm:presLayoutVars>
      </dgm:prSet>
      <dgm:spPr/>
    </dgm:pt>
    <dgm:pt modelId="{370517C4-A58F-435D-B7C0-A2FEC1358C63}" type="pres">
      <dgm:prSet presAssocID="{2721B3E1-1DE3-4FB9-BBF5-835AFD611C24}" presName="desTx" presStyleLbl="alignAccFollowNode1" presStyleIdx="0" presStyleCnt="1" custScaleX="100196">
        <dgm:presLayoutVars>
          <dgm:bulletEnabled val="1"/>
        </dgm:presLayoutVars>
      </dgm:prSet>
      <dgm:spPr/>
    </dgm:pt>
  </dgm:ptLst>
  <dgm:cxnLst>
    <dgm:cxn modelId="{1C1F3773-2302-441C-AE87-6559879016DE}" type="presOf" srcId="{2721B3E1-1DE3-4FB9-BBF5-835AFD611C24}" destId="{90FA592E-D718-4BF5-A090-354A93A68C00}" srcOrd="0" destOrd="0" presId="urn:microsoft.com/office/officeart/2005/8/layout/hList1"/>
    <dgm:cxn modelId="{4956197B-D434-4248-8D53-6C80BE17D630}" type="presOf" srcId="{C56A4F8B-B876-4F68-8092-7F913B44BBE5}" destId="{370517C4-A58F-435D-B7C0-A2FEC1358C63}" srcOrd="0" destOrd="0" presId="urn:microsoft.com/office/officeart/2005/8/layout/hList1"/>
    <dgm:cxn modelId="{82EC65A3-13CA-4CC7-8854-DF0941C3063E}" type="presOf" srcId="{6C725225-3ED9-45F7-9D5E-34EDB3F7F0D7}" destId="{370517C4-A58F-435D-B7C0-A2FEC1358C63}" srcOrd="0" destOrd="1" presId="urn:microsoft.com/office/officeart/2005/8/layout/hList1"/>
    <dgm:cxn modelId="{5422E6B7-944D-46AA-83AE-5B8D0DD1DEE0}" srcId="{2721B3E1-1DE3-4FB9-BBF5-835AFD611C24}" destId="{C56A4F8B-B876-4F68-8092-7F913B44BBE5}" srcOrd="0" destOrd="0" parTransId="{C24250EA-880D-47D8-9192-E742720E6CB6}" sibTransId="{2E047C1A-ABFF-49EA-B245-269B2B50CEAC}"/>
    <dgm:cxn modelId="{A7ECA0DE-8F63-4764-B075-D2A25644D35B}" type="presOf" srcId="{805BD76B-9B08-4515-A1B8-E5A68999A38B}" destId="{2531A6E5-6D57-4395-B2E0-71EAA61F1E39}" srcOrd="0" destOrd="0" presId="urn:microsoft.com/office/officeart/2005/8/layout/hList1"/>
    <dgm:cxn modelId="{59666EE5-A49E-4CFD-953F-3CC6BC30FC3B}" srcId="{805BD76B-9B08-4515-A1B8-E5A68999A38B}" destId="{2721B3E1-1DE3-4FB9-BBF5-835AFD611C24}" srcOrd="0" destOrd="0" parTransId="{2DDDBCAE-D2FA-4472-8ED0-9F64337B763B}" sibTransId="{9CB58C05-DB08-4E4C-B469-21133F0B7A12}"/>
    <dgm:cxn modelId="{AAF2F3E7-8CDB-4DD5-83B8-7C9C0E184ECC}" srcId="{2721B3E1-1DE3-4FB9-BBF5-835AFD611C24}" destId="{6C725225-3ED9-45F7-9D5E-34EDB3F7F0D7}" srcOrd="1" destOrd="0" parTransId="{E7BB2B57-28D6-4CC1-832F-C1B7CE9BBFB9}" sibTransId="{71EAA84D-DD99-4234-AB80-8DF865DB59B2}"/>
    <dgm:cxn modelId="{A8366B7E-E9C6-4902-B6C5-495043056B6C}" type="presParOf" srcId="{2531A6E5-6D57-4395-B2E0-71EAA61F1E39}" destId="{5E107E5F-1E8B-4AF6-B4A7-C88E5AABCF6B}" srcOrd="0" destOrd="0" presId="urn:microsoft.com/office/officeart/2005/8/layout/hList1"/>
    <dgm:cxn modelId="{E395131F-FBBB-467D-9310-5633BBD890DE}" type="presParOf" srcId="{5E107E5F-1E8B-4AF6-B4A7-C88E5AABCF6B}" destId="{90FA592E-D718-4BF5-A090-354A93A68C00}" srcOrd="0" destOrd="0" presId="urn:microsoft.com/office/officeart/2005/8/layout/hList1"/>
    <dgm:cxn modelId="{826BBCF7-E3B9-4F75-8FA0-C3B6DE6A93FE}" type="presParOf" srcId="{5E107E5F-1E8B-4AF6-B4A7-C88E5AABCF6B}" destId="{370517C4-A58F-435D-B7C0-A2FEC1358C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CD8EF57-65A2-4BA6-80D7-B6E498EB8F3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B54AF6-A57B-4859-99E2-C372FEB61C87}">
      <dgm:prSet phldrT="[Text]" custT="1"/>
      <dgm:spPr/>
      <dgm:t>
        <a:bodyPr/>
        <a:lstStyle/>
        <a:p>
          <a:pPr algn="r" rtl="1"/>
          <a:r>
            <a:rPr lang="fa-IR" sz="1800" dirty="0">
              <a:cs typeface="B Titr" panose="00000700000000000000" pitchFamily="2" charset="-78"/>
            </a:rPr>
            <a:t>مقدمه</a:t>
          </a:r>
          <a:endParaRPr lang="en-US" sz="1800" dirty="0"/>
        </a:p>
      </dgm:t>
    </dgm:pt>
    <dgm:pt modelId="{1166182A-81D0-4D4D-AC91-63B0EAA70833}" type="parTrans" cxnId="{28E7EA47-CA6E-446A-8ADB-B0EA09A12F84}">
      <dgm:prSet/>
      <dgm:spPr/>
      <dgm:t>
        <a:bodyPr/>
        <a:lstStyle/>
        <a:p>
          <a:pPr algn="r" rtl="1"/>
          <a:endParaRPr lang="en-US"/>
        </a:p>
      </dgm:t>
    </dgm:pt>
    <dgm:pt modelId="{74B73198-12C1-458C-8913-E621841EAFC8}" type="sibTrans" cxnId="{28E7EA47-CA6E-446A-8ADB-B0EA09A12F84}">
      <dgm:prSet/>
      <dgm:spPr/>
      <dgm:t>
        <a:bodyPr/>
        <a:lstStyle/>
        <a:p>
          <a:pPr algn="r" rtl="1"/>
          <a:endParaRPr lang="en-US"/>
        </a:p>
      </dgm:t>
    </dgm:pt>
    <dgm:pt modelId="{3B159238-9349-45A7-98AE-BF9AF26E2924}">
      <dgm:prSet phldrT="[Text]" custT="1"/>
      <dgm:spPr/>
      <dgm:t>
        <a:bodyPr anchor="t"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برای بررسی همبستگی</a:t>
          </a:r>
          <a:r>
            <a:rPr lang="en-US" sz="1700" kern="1200" dirty="0">
              <a:cs typeface="B Nazanin" panose="00000400000000000000" pitchFamily="2" charset="-78"/>
            </a:rPr>
            <a:t>(Correlation)</a:t>
          </a:r>
          <a:r>
            <a:rPr lang="fa-IR" sz="1700" kern="1200" dirty="0">
              <a:cs typeface="B Nazanin" panose="00000400000000000000" pitchFamily="2" charset="-78"/>
            </a:rPr>
            <a:t> و ارتباط بین متغیرها،</a:t>
          </a:r>
          <a:r>
            <a:rPr lang="en-US" sz="1700" kern="1200" dirty="0">
              <a:cs typeface="B Nazanin" panose="00000400000000000000" pitchFamily="2" charset="-78"/>
            </a:rPr>
            <a:t> </a:t>
          </a:r>
          <a:r>
            <a:rPr lang="fa-IR" sz="1700" kern="1200" dirty="0">
              <a:cs typeface="B Nazanin" panose="00000400000000000000" pitchFamily="2" charset="-78"/>
            </a:rPr>
            <a:t>انتخاب نوع آزمون‌ها به ماهیت متغیرها(کیفی یا کمی)، نرمال بودن(یا نبودن) و توزیع داده‌ها بستگی دارد. با این توصیف، ابتدا باید وضعیت نرمال بودن متغیرها مشخص بشود. با توجه به نتیجه بررسی و تست نرمال متغیرها</a:t>
          </a:r>
          <a:r>
            <a:rPr lang="en-US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(Normality Test)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 dirty="0">
              <a:cs typeface="B Nazanin" panose="00000400000000000000" pitchFamily="2" charset="-78"/>
            </a:rPr>
            <a:t>در این دیتاست، تمامی متغیرهای کمی</a:t>
          </a:r>
          <a:r>
            <a:rPr lang="en-US" sz="1700" kern="1200" dirty="0">
              <a:cs typeface="B Nazanin" panose="00000400000000000000" pitchFamily="2" charset="-78"/>
            </a:rPr>
            <a:t>(Quantitative Variables)</a:t>
          </a:r>
          <a:r>
            <a:rPr lang="fa-IR" sz="1700" kern="1200" dirty="0">
              <a:cs typeface="B Nazanin" panose="00000400000000000000" pitchFamily="2" charset="-78"/>
            </a:rPr>
            <a:t> از نوع غیرنرمال هستند. با مشخص شدن وضعیت توزیع، روش قابل اجرا با دقت بالاتر و خطای نوع</a:t>
          </a:r>
          <a:r>
            <a:rPr lang="en-US" sz="1700" kern="1200" dirty="0">
              <a:cs typeface="B Nazanin" panose="00000400000000000000" pitchFamily="2" charset="-78"/>
            </a:rPr>
            <a:t> (</a:t>
          </a:r>
          <a:r>
            <a:rPr lang="el-GR" sz="1700" kern="1200" dirty="0">
              <a:latin typeface="Abadi" panose="020F0502020204030204" pitchFamily="34" charset="0"/>
              <a:cs typeface="B Nazanin" panose="00000400000000000000" pitchFamily="2" charset="-78"/>
            </a:rPr>
            <a:t>α</a:t>
          </a:r>
          <a:r>
            <a:rPr lang="en-US" sz="1700" kern="1200" dirty="0">
              <a:latin typeface="Abadi" panose="020F0502020204030204" pitchFamily="34" charset="0"/>
              <a:cs typeface="B Nazanin" panose="00000400000000000000" pitchFamily="2" charset="-78"/>
            </a:rPr>
            <a:t> Error)</a:t>
          </a:r>
          <a:r>
            <a:rPr lang="en-US" sz="1700" kern="1200" dirty="0">
              <a:cs typeface="B Nazanin" panose="00000400000000000000" pitchFamily="2" charset="-78"/>
            </a:rPr>
            <a:t>I</a:t>
          </a:r>
          <a:r>
            <a:rPr lang="fa-IR" sz="1700" kern="1200" dirty="0">
              <a:cs typeface="B Nazanin" panose="00000400000000000000" pitchFamily="2" charset="-78"/>
            </a:rPr>
            <a:t>پایین‌تر، به کار بردن آزمون‌های ناپارامتری</a:t>
          </a:r>
          <a:r>
            <a:rPr lang="en-US" sz="1700" kern="1200" dirty="0">
              <a:cs typeface="B Nazanin" panose="00000400000000000000" pitchFamily="2" charset="-78"/>
            </a:rPr>
            <a:t>(Nonparametric Tests)</a:t>
          </a:r>
          <a:r>
            <a:rPr lang="fa-IR" sz="1700" kern="1200" dirty="0">
              <a:cs typeface="B Nazanin" panose="00000400000000000000" pitchFamily="2" charset="-78"/>
            </a:rPr>
            <a:t> می‌باشد. در ادامه به ارزیابی و بررسی آزمون‌های ناپارامتری موجود در اکسل(افزونه </a:t>
          </a:r>
          <a:r>
            <a:rPr lang="en-US" sz="1700" kern="1200" dirty="0">
              <a:cs typeface="B Nazanin" panose="00000400000000000000" pitchFamily="2" charset="-78"/>
            </a:rPr>
            <a:t>Xlstat</a:t>
          </a:r>
          <a:r>
            <a:rPr lang="fa-IR" sz="1700" kern="1200" dirty="0">
              <a:cs typeface="B Nazanin" panose="00000400000000000000" pitchFamily="2" charset="-78"/>
            </a:rPr>
            <a:t>) خواهیم پرداخت؛ و بعد در پیشبرد گام هفتم پروژه آن‌ها را به کار خواهیم بست.</a:t>
          </a:r>
          <a:endParaRPr lang="en-US" sz="1700" kern="1200" dirty="0">
            <a:cs typeface="B Nazanin" panose="00000400000000000000" pitchFamily="2" charset="-78"/>
          </a:endParaRPr>
        </a:p>
      </dgm:t>
    </dgm:pt>
    <dgm:pt modelId="{85CC38FE-FFB7-485F-ABAA-D2D453E4AAFA}" type="parTrans" cxnId="{BA8D320F-76A3-439A-8120-20729372569C}">
      <dgm:prSet/>
      <dgm:spPr/>
      <dgm:t>
        <a:bodyPr/>
        <a:lstStyle/>
        <a:p>
          <a:pPr algn="r" rtl="1"/>
          <a:endParaRPr lang="en-US"/>
        </a:p>
      </dgm:t>
    </dgm:pt>
    <dgm:pt modelId="{EC0769D8-C6A5-4F02-A271-B2524E8BCED3}" type="sibTrans" cxnId="{BA8D320F-76A3-439A-8120-20729372569C}">
      <dgm:prSet/>
      <dgm:spPr/>
      <dgm:t>
        <a:bodyPr/>
        <a:lstStyle/>
        <a:p>
          <a:pPr algn="r" rtl="1"/>
          <a:endParaRPr lang="en-US"/>
        </a:p>
      </dgm:t>
    </dgm:pt>
    <dgm:pt modelId="{D6FCE51C-4B00-47A1-AF20-5E89AE1AB9D0}">
      <dgm:prSet phldrT="[Text]" custT="1"/>
      <dgm:spPr/>
      <dgm:t>
        <a:bodyPr/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latin typeface="Calibri" panose="020F0502020204030204"/>
              <a:ea typeface="+mn-ea"/>
              <a:cs typeface="B Titr" panose="00000700000000000000" pitchFamily="2" charset="-78"/>
            </a:rPr>
            <a:t>ارزیابی آزمون‌ها</a:t>
          </a:r>
          <a:endParaRPr lang="en-US" sz="1800" kern="1200" dirty="0">
            <a:latin typeface="Calibri" panose="020F0502020204030204"/>
            <a:ea typeface="+mn-ea"/>
            <a:cs typeface="B Titr" panose="00000700000000000000" pitchFamily="2" charset="-78"/>
          </a:endParaRPr>
        </a:p>
      </dgm:t>
    </dgm:pt>
    <dgm:pt modelId="{F7EF652D-924F-4CE3-8C81-5359AB2A2830}" type="parTrans" cxnId="{12D98881-F285-45DD-B8DD-C25452723733}">
      <dgm:prSet/>
      <dgm:spPr/>
      <dgm:t>
        <a:bodyPr/>
        <a:lstStyle/>
        <a:p>
          <a:pPr algn="r" rtl="1"/>
          <a:endParaRPr lang="en-US"/>
        </a:p>
      </dgm:t>
    </dgm:pt>
    <dgm:pt modelId="{8061394E-43E0-4DA9-9A41-837B3E8D2647}" type="sibTrans" cxnId="{12D98881-F285-45DD-B8DD-C25452723733}">
      <dgm:prSet/>
      <dgm:spPr/>
      <dgm:t>
        <a:bodyPr/>
        <a:lstStyle/>
        <a:p>
          <a:pPr algn="r" rtl="1"/>
          <a:endParaRPr lang="en-US"/>
        </a:p>
      </dgm:t>
    </dgm:pt>
    <dgm:pt modelId="{DA30F311-F88C-48A7-AB48-458E38A95ADE}">
      <dgm:prSet phldrT="[Text]" custT="1"/>
      <dgm:spPr/>
      <dgm:t>
        <a:bodyPr/>
        <a:lstStyle/>
        <a:p>
          <a:pPr algn="r" rtl="1">
            <a:buFont typeface="Wingdings" panose="05000000000000000000" pitchFamily="2" charset="2"/>
            <a:buNone/>
          </a:pP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800FA5A9-6D8F-46DD-AF0A-16A896871A33}" type="parTrans" cxnId="{166001C2-C986-4944-BBBE-288E8EFE6A50}">
      <dgm:prSet/>
      <dgm:spPr/>
      <dgm:t>
        <a:bodyPr/>
        <a:lstStyle/>
        <a:p>
          <a:pPr algn="r" rtl="1"/>
          <a:endParaRPr lang="en-US"/>
        </a:p>
      </dgm:t>
    </dgm:pt>
    <dgm:pt modelId="{7F363282-877E-433A-80CB-FBECBAAD6C64}" type="sibTrans" cxnId="{166001C2-C986-4944-BBBE-288E8EFE6A50}">
      <dgm:prSet/>
      <dgm:spPr/>
      <dgm:t>
        <a:bodyPr/>
        <a:lstStyle/>
        <a:p>
          <a:pPr algn="r" rtl="1"/>
          <a:endParaRPr lang="en-US"/>
        </a:p>
      </dgm:t>
    </dgm:pt>
    <dgm:pt modelId="{4B0C83C3-D88C-4E49-BFC9-E16634532186}" type="pres">
      <dgm:prSet presAssocID="{1CD8EF57-65A2-4BA6-80D7-B6E498EB8F33}" presName="linear" presStyleCnt="0">
        <dgm:presLayoutVars>
          <dgm:animLvl val="lvl"/>
          <dgm:resizeHandles val="exact"/>
        </dgm:presLayoutVars>
      </dgm:prSet>
      <dgm:spPr/>
    </dgm:pt>
    <dgm:pt modelId="{D7AB4AE5-1AA4-4988-92E9-A754840AC65A}" type="pres">
      <dgm:prSet presAssocID="{1AB54AF6-A57B-4859-99E2-C372FEB61C87}" presName="parentText" presStyleLbl="node1" presStyleIdx="0" presStyleCnt="2" custScaleY="26713" custLinFactNeighborY="-5651">
        <dgm:presLayoutVars>
          <dgm:chMax val="0"/>
          <dgm:bulletEnabled val="1"/>
        </dgm:presLayoutVars>
      </dgm:prSet>
      <dgm:spPr/>
    </dgm:pt>
    <dgm:pt modelId="{0BD7778F-8F72-4A1A-84BE-02B660DF9745}" type="pres">
      <dgm:prSet presAssocID="{1AB54AF6-A57B-4859-99E2-C372FEB61C87}" presName="childText" presStyleLbl="revTx" presStyleIdx="0" presStyleCnt="2" custScaleY="105857" custLinFactNeighborY="-10565">
        <dgm:presLayoutVars>
          <dgm:bulletEnabled val="1"/>
        </dgm:presLayoutVars>
      </dgm:prSet>
      <dgm:spPr/>
    </dgm:pt>
    <dgm:pt modelId="{321B50FA-8535-4E2D-B5C9-5A6ABCFAF298}" type="pres">
      <dgm:prSet presAssocID="{D6FCE51C-4B00-47A1-AF20-5E89AE1AB9D0}" presName="parentText" presStyleLbl="node1" presStyleIdx="1" presStyleCnt="2" custScaleY="26713" custLinFactNeighborY="-9698">
        <dgm:presLayoutVars>
          <dgm:chMax val="0"/>
          <dgm:bulletEnabled val="1"/>
        </dgm:presLayoutVars>
      </dgm:prSet>
      <dgm:spPr/>
    </dgm:pt>
    <dgm:pt modelId="{92014DD7-6804-4B70-A554-2D9D38093523}" type="pres">
      <dgm:prSet presAssocID="{D6FCE51C-4B00-47A1-AF20-5E89AE1AB9D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A8D320F-76A3-439A-8120-20729372569C}" srcId="{1AB54AF6-A57B-4859-99E2-C372FEB61C87}" destId="{3B159238-9349-45A7-98AE-BF9AF26E2924}" srcOrd="0" destOrd="0" parTransId="{85CC38FE-FFB7-485F-ABAA-D2D453E4AAFA}" sibTransId="{EC0769D8-C6A5-4F02-A271-B2524E8BCED3}"/>
    <dgm:cxn modelId="{ACFD361A-DB11-4F66-89C9-9C6D1B89AC86}" type="presOf" srcId="{1AB54AF6-A57B-4859-99E2-C372FEB61C87}" destId="{D7AB4AE5-1AA4-4988-92E9-A754840AC65A}" srcOrd="0" destOrd="0" presId="urn:microsoft.com/office/officeart/2005/8/layout/vList2"/>
    <dgm:cxn modelId="{879C2164-1EA1-4111-BDA2-835874B8400F}" type="presOf" srcId="{3B159238-9349-45A7-98AE-BF9AF26E2924}" destId="{0BD7778F-8F72-4A1A-84BE-02B660DF9745}" srcOrd="0" destOrd="0" presId="urn:microsoft.com/office/officeart/2005/8/layout/vList2"/>
    <dgm:cxn modelId="{28E7EA47-CA6E-446A-8ADB-B0EA09A12F84}" srcId="{1CD8EF57-65A2-4BA6-80D7-B6E498EB8F33}" destId="{1AB54AF6-A57B-4859-99E2-C372FEB61C87}" srcOrd="0" destOrd="0" parTransId="{1166182A-81D0-4D4D-AC91-63B0EAA70833}" sibTransId="{74B73198-12C1-458C-8913-E621841EAFC8}"/>
    <dgm:cxn modelId="{7C27074C-0921-4FB4-BE6D-D41C5EC0CD64}" type="presOf" srcId="{1CD8EF57-65A2-4BA6-80D7-B6E498EB8F33}" destId="{4B0C83C3-D88C-4E49-BFC9-E16634532186}" srcOrd="0" destOrd="0" presId="urn:microsoft.com/office/officeart/2005/8/layout/vList2"/>
    <dgm:cxn modelId="{12D98881-F285-45DD-B8DD-C25452723733}" srcId="{1CD8EF57-65A2-4BA6-80D7-B6E498EB8F33}" destId="{D6FCE51C-4B00-47A1-AF20-5E89AE1AB9D0}" srcOrd="1" destOrd="0" parTransId="{F7EF652D-924F-4CE3-8C81-5359AB2A2830}" sibTransId="{8061394E-43E0-4DA9-9A41-837B3E8D2647}"/>
    <dgm:cxn modelId="{40E34E90-6FB4-4DBB-A6D6-20028427C114}" type="presOf" srcId="{D6FCE51C-4B00-47A1-AF20-5E89AE1AB9D0}" destId="{321B50FA-8535-4E2D-B5C9-5A6ABCFAF298}" srcOrd="0" destOrd="0" presId="urn:microsoft.com/office/officeart/2005/8/layout/vList2"/>
    <dgm:cxn modelId="{C15688B9-0167-4957-AAAB-E5E93BA29C15}" type="presOf" srcId="{DA30F311-F88C-48A7-AB48-458E38A95ADE}" destId="{92014DD7-6804-4B70-A554-2D9D38093523}" srcOrd="0" destOrd="0" presId="urn:microsoft.com/office/officeart/2005/8/layout/vList2"/>
    <dgm:cxn modelId="{166001C2-C986-4944-BBBE-288E8EFE6A50}" srcId="{D6FCE51C-4B00-47A1-AF20-5E89AE1AB9D0}" destId="{DA30F311-F88C-48A7-AB48-458E38A95ADE}" srcOrd="0" destOrd="0" parTransId="{800FA5A9-6D8F-46DD-AF0A-16A896871A33}" sibTransId="{7F363282-877E-433A-80CB-FBECBAAD6C64}"/>
    <dgm:cxn modelId="{FE01B703-32F1-4A18-9CC3-FEF7ED0A7190}" type="presParOf" srcId="{4B0C83C3-D88C-4E49-BFC9-E16634532186}" destId="{D7AB4AE5-1AA4-4988-92E9-A754840AC65A}" srcOrd="0" destOrd="0" presId="urn:microsoft.com/office/officeart/2005/8/layout/vList2"/>
    <dgm:cxn modelId="{6814BC78-5D3A-47F2-BE8C-B68987B46E81}" type="presParOf" srcId="{4B0C83C3-D88C-4E49-BFC9-E16634532186}" destId="{0BD7778F-8F72-4A1A-84BE-02B660DF9745}" srcOrd="1" destOrd="0" presId="urn:microsoft.com/office/officeart/2005/8/layout/vList2"/>
    <dgm:cxn modelId="{7CFFD0C5-2795-4D48-AFAD-9BEB37E49425}" type="presParOf" srcId="{4B0C83C3-D88C-4E49-BFC9-E16634532186}" destId="{321B50FA-8535-4E2D-B5C9-5A6ABCFAF298}" srcOrd="2" destOrd="0" presId="urn:microsoft.com/office/officeart/2005/8/layout/vList2"/>
    <dgm:cxn modelId="{65B3062C-9BAD-4D1F-A3D9-07EC20FAFA17}" type="presParOf" srcId="{4B0C83C3-D88C-4E49-BFC9-E16634532186}" destId="{92014DD7-6804-4B70-A554-2D9D3809352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CD8EF57-65A2-4BA6-80D7-B6E498EB8F3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B54AF6-A57B-4859-99E2-C372FEB61C87}">
      <dgm:prSet phldrT="[Text]" custT="1"/>
      <dgm:spPr/>
      <dgm:t>
        <a:bodyPr/>
        <a:lstStyle/>
        <a:p>
          <a:pPr algn="r" rtl="1"/>
          <a:r>
            <a:rPr lang="fa-IR" sz="1800" dirty="0">
              <a:cs typeface="B Titr" panose="00000700000000000000" pitchFamily="2" charset="-78"/>
            </a:rPr>
            <a:t>مقدمه</a:t>
          </a:r>
          <a:endParaRPr lang="en-US" sz="1800" dirty="0"/>
        </a:p>
      </dgm:t>
    </dgm:pt>
    <dgm:pt modelId="{1166182A-81D0-4D4D-AC91-63B0EAA70833}" type="parTrans" cxnId="{28E7EA47-CA6E-446A-8ADB-B0EA09A12F84}">
      <dgm:prSet/>
      <dgm:spPr/>
      <dgm:t>
        <a:bodyPr/>
        <a:lstStyle/>
        <a:p>
          <a:pPr algn="r" rtl="1"/>
          <a:endParaRPr lang="en-US"/>
        </a:p>
      </dgm:t>
    </dgm:pt>
    <dgm:pt modelId="{74B73198-12C1-458C-8913-E621841EAFC8}" type="sibTrans" cxnId="{28E7EA47-CA6E-446A-8ADB-B0EA09A12F84}">
      <dgm:prSet/>
      <dgm:spPr/>
      <dgm:t>
        <a:bodyPr/>
        <a:lstStyle/>
        <a:p>
          <a:pPr algn="r" rtl="1"/>
          <a:endParaRPr lang="en-US"/>
        </a:p>
      </dgm:t>
    </dgm:pt>
    <dgm:pt modelId="{3B159238-9349-45A7-98AE-BF9AF26E2924}">
      <dgm:prSet phldrT="[Text]" custT="1"/>
      <dgm:spPr/>
      <dgm:t>
        <a:bodyPr anchor="t"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600" kern="1200" dirty="0">
              <a:cs typeface="B Nazanin" panose="00000400000000000000" pitchFamily="2" charset="-78"/>
            </a:rPr>
            <a:t>در گام هشتم پروژه، برای بررسی تاثیر متغیرهای مستقل بر سطوح توزیع متغیر وابسته</a:t>
          </a:r>
          <a:r>
            <a:rPr lang="en-US" sz="1600" kern="1200" dirty="0">
              <a:cs typeface="B Nazanin" panose="00000400000000000000" pitchFamily="2" charset="-78"/>
            </a:rPr>
            <a:t>(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Salary)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؛ اینکه چه عواملی بر حقوق دریافتی کارمندان اثر می‌گذارد؛ مدل رگرسیونی تعریف نمودیم. با توجه به اینکه متغیر وابسته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Salary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، دارای توزیع غیرنرمال و چولگی مثبت می‌باشد، و با وجود سعی بر نرمال سازی با استفاده از تابع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=LN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در اکسل و ایجاد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Log(Salary)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، مجدد شکل توزیع غیرنرمال باقی ماند؛ بایستی مدلی به کار برده شود که کمترین تاثیری را از نوع توزیع بپذیرد و در برابر داده‌های پرت مقاوم باشد. با این توصیف مدل قابل استفاده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Quantile Regression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به جای مدل رگرسیون خطی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(OLS)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می‌باشد.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85CC38FE-FFB7-485F-ABAA-D2D453E4AAFA}" type="parTrans" cxnId="{BA8D320F-76A3-439A-8120-20729372569C}">
      <dgm:prSet/>
      <dgm:spPr/>
      <dgm:t>
        <a:bodyPr/>
        <a:lstStyle/>
        <a:p>
          <a:pPr algn="r" rtl="1"/>
          <a:endParaRPr lang="en-US"/>
        </a:p>
      </dgm:t>
    </dgm:pt>
    <dgm:pt modelId="{EC0769D8-C6A5-4F02-A271-B2524E8BCED3}" type="sibTrans" cxnId="{BA8D320F-76A3-439A-8120-20729372569C}">
      <dgm:prSet/>
      <dgm:spPr/>
      <dgm:t>
        <a:bodyPr/>
        <a:lstStyle/>
        <a:p>
          <a:pPr algn="r" rtl="1"/>
          <a:endParaRPr lang="en-US"/>
        </a:p>
      </dgm:t>
    </dgm:pt>
    <dgm:pt modelId="{AABD073D-E21F-47B7-BF25-7F466F9AEF16}">
      <dgm:prSet phldrT="[Text]" custT="1"/>
      <dgm:spPr/>
      <dgm:t>
        <a:bodyPr anchor="t"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سه کوآنتایل 0.25 ، 0.5(میانه) ، 0.75 برای پیشبرد مدل انتخاب شدند تا امکان بررسی و تحلیل برای سه سطح درآمدی(پایین، متوسط، بالا) فراهم بشود.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ECEC8D1F-FFA4-4BB2-ADC6-B7CB37EEEC5C}" type="parTrans" cxnId="{C2843321-4AB2-4300-8F6F-0BE6E595BFCF}">
      <dgm:prSet/>
      <dgm:spPr/>
      <dgm:t>
        <a:bodyPr/>
        <a:lstStyle/>
        <a:p>
          <a:endParaRPr lang="en-US"/>
        </a:p>
      </dgm:t>
    </dgm:pt>
    <dgm:pt modelId="{E6E79EA2-8F29-4541-B2C9-0114D7BD84D0}" type="sibTrans" cxnId="{C2843321-4AB2-4300-8F6F-0BE6E595BFCF}">
      <dgm:prSet/>
      <dgm:spPr/>
      <dgm:t>
        <a:bodyPr/>
        <a:lstStyle/>
        <a:p>
          <a:endParaRPr lang="en-US"/>
        </a:p>
      </dgm:t>
    </dgm:pt>
    <dgm:pt modelId="{AE778592-55F7-451B-B8B2-55C537220224}">
      <dgm:prSet phldrT="[Text]" custT="1"/>
      <dgm:spPr/>
      <dgm:t>
        <a:bodyPr anchor="t"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EE86BBBA-E440-4072-96D7-707064BDF511}" type="parTrans" cxnId="{0E169E8A-4343-488E-8891-DF82EBD2044F}">
      <dgm:prSet/>
      <dgm:spPr/>
      <dgm:t>
        <a:bodyPr/>
        <a:lstStyle/>
        <a:p>
          <a:endParaRPr lang="en-US"/>
        </a:p>
      </dgm:t>
    </dgm:pt>
    <dgm:pt modelId="{67A90F3D-BF36-47B5-B72C-4AAD92D2B97A}" type="sibTrans" cxnId="{0E169E8A-4343-488E-8891-DF82EBD2044F}">
      <dgm:prSet/>
      <dgm:spPr/>
      <dgm:t>
        <a:bodyPr/>
        <a:lstStyle/>
        <a:p>
          <a:endParaRPr lang="en-US"/>
        </a:p>
      </dgm:t>
    </dgm:pt>
    <dgm:pt modelId="{5F2E6FAD-988A-4B5D-8E8A-E3BC7AB7ADE2}">
      <dgm:prSet phldrT="[Text]" custT="1"/>
      <dgm:spPr/>
      <dgm:t>
        <a:bodyPr anchor="t"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متغیرهای لحاظ شده در مدل:</a:t>
          </a:r>
          <a:b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متغیر وابسته←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Salary</a:t>
          </a:r>
          <a:b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متغیرهای مستقل←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Gender, Educ, JobCat D-1, JobCat D-2, SalBegin, PrevExp, Minority</a:t>
          </a:r>
        </a:p>
      </dgm:t>
    </dgm:pt>
    <dgm:pt modelId="{20612FAA-E093-48EC-BA33-53050E937A83}" type="parTrans" cxnId="{9397467D-0215-46F4-B51B-F76C69AD2D88}">
      <dgm:prSet/>
      <dgm:spPr/>
      <dgm:t>
        <a:bodyPr/>
        <a:lstStyle/>
        <a:p>
          <a:endParaRPr lang="en-US"/>
        </a:p>
      </dgm:t>
    </dgm:pt>
    <dgm:pt modelId="{9B6C451D-E35B-4D13-9EA7-363B99A9E470}" type="sibTrans" cxnId="{9397467D-0215-46F4-B51B-F76C69AD2D88}">
      <dgm:prSet/>
      <dgm:spPr/>
      <dgm:t>
        <a:bodyPr/>
        <a:lstStyle/>
        <a:p>
          <a:endParaRPr lang="en-US"/>
        </a:p>
      </dgm:t>
    </dgm:pt>
    <dgm:pt modelId="{EFF99846-06D0-4D7A-B714-39359477EC13}">
      <dgm:prSet phldrT="[Text]" custT="1"/>
      <dgm:spPr/>
      <dgm:t>
        <a:bodyPr anchor="t"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همچنین با توجه به لزوم تعریف صفر و یکی متغیرهای کیفی در مدل رگرسیونی، متغیر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JobCat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به دو گروه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JobCat D-1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JobCat D-2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با تعریف تابع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=IF(JobCat=1(2),1,0)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مرجع قرار دادن رده 3 شغلی، ساختگی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(Dummy Variable)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شد.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5D95976A-C35D-42EE-947A-D64587965A9D}" type="parTrans" cxnId="{54F98651-3201-4902-A8A9-7771FC0C33EF}">
      <dgm:prSet/>
      <dgm:spPr/>
      <dgm:t>
        <a:bodyPr/>
        <a:lstStyle/>
        <a:p>
          <a:endParaRPr lang="en-US"/>
        </a:p>
      </dgm:t>
    </dgm:pt>
    <dgm:pt modelId="{C68F8956-C7A6-40DD-A038-277611AA4172}" type="sibTrans" cxnId="{54F98651-3201-4902-A8A9-7771FC0C33EF}">
      <dgm:prSet/>
      <dgm:spPr/>
      <dgm:t>
        <a:bodyPr/>
        <a:lstStyle/>
        <a:p>
          <a:endParaRPr lang="en-US"/>
        </a:p>
      </dgm:t>
    </dgm:pt>
    <dgm:pt modelId="{75DD9468-4C81-4844-A7CC-B395BE94A160}">
      <dgm:prSet phldrT="[Text]" custT="1"/>
      <dgm:spPr/>
      <dgm:t>
        <a:bodyPr anchor="t"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به دلیل ضریب همبستگی بسیار ضعیف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JobTime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بی‌معنی بودن آن در مقایسه با گروه‌های کلیدی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(P-Value=0.991)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همچنین به دلیل همبستگی بالای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Age , PrevExp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هم‌خطی قوی بین آن‌ها؛ از استفاده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JobTime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صرف نظر و به جای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Age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نیز از متغیر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PrevExp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استفاده خواهیم نمود.</a:t>
          </a:r>
          <a:b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FF2D0FDE-CAC9-436E-ABD8-93AF1745EFD5}" type="parTrans" cxnId="{86231891-7EF0-4D04-977E-2523BBBFD6E7}">
      <dgm:prSet/>
      <dgm:spPr/>
      <dgm:t>
        <a:bodyPr/>
        <a:lstStyle/>
        <a:p>
          <a:endParaRPr lang="en-US"/>
        </a:p>
      </dgm:t>
    </dgm:pt>
    <dgm:pt modelId="{32576AE8-932E-4E24-85F9-5A3B3ABB2BD7}" type="sibTrans" cxnId="{86231891-7EF0-4D04-977E-2523BBBFD6E7}">
      <dgm:prSet/>
      <dgm:spPr/>
      <dgm:t>
        <a:bodyPr/>
        <a:lstStyle/>
        <a:p>
          <a:endParaRPr lang="en-US"/>
        </a:p>
      </dgm:t>
    </dgm:pt>
    <dgm:pt modelId="{4B0C83C3-D88C-4E49-BFC9-E16634532186}" type="pres">
      <dgm:prSet presAssocID="{1CD8EF57-65A2-4BA6-80D7-B6E498EB8F33}" presName="linear" presStyleCnt="0">
        <dgm:presLayoutVars>
          <dgm:animLvl val="lvl"/>
          <dgm:resizeHandles val="exact"/>
        </dgm:presLayoutVars>
      </dgm:prSet>
      <dgm:spPr/>
    </dgm:pt>
    <dgm:pt modelId="{D7AB4AE5-1AA4-4988-92E9-A754840AC65A}" type="pres">
      <dgm:prSet presAssocID="{1AB54AF6-A57B-4859-99E2-C372FEB61C87}" presName="parentText" presStyleLbl="node1" presStyleIdx="0" presStyleCnt="1" custScaleY="58279" custLinFactNeighborY="-4936">
        <dgm:presLayoutVars>
          <dgm:chMax val="0"/>
          <dgm:bulletEnabled val="1"/>
        </dgm:presLayoutVars>
      </dgm:prSet>
      <dgm:spPr/>
    </dgm:pt>
    <dgm:pt modelId="{0BD7778F-8F72-4A1A-84BE-02B660DF9745}" type="pres">
      <dgm:prSet presAssocID="{1AB54AF6-A57B-4859-99E2-C372FEB61C87}" presName="childText" presStyleLbl="revTx" presStyleIdx="0" presStyleCnt="1" custScaleY="105857" custLinFactNeighborX="0" custLinFactNeighborY="21013">
        <dgm:presLayoutVars>
          <dgm:bulletEnabled val="1"/>
        </dgm:presLayoutVars>
      </dgm:prSet>
      <dgm:spPr/>
    </dgm:pt>
  </dgm:ptLst>
  <dgm:cxnLst>
    <dgm:cxn modelId="{BA8D320F-76A3-439A-8120-20729372569C}" srcId="{1AB54AF6-A57B-4859-99E2-C372FEB61C87}" destId="{3B159238-9349-45A7-98AE-BF9AF26E2924}" srcOrd="0" destOrd="0" parTransId="{85CC38FE-FFB7-485F-ABAA-D2D453E4AAFA}" sibTransId="{EC0769D8-C6A5-4F02-A271-B2524E8BCED3}"/>
    <dgm:cxn modelId="{ACFD361A-DB11-4F66-89C9-9C6D1B89AC86}" type="presOf" srcId="{1AB54AF6-A57B-4859-99E2-C372FEB61C87}" destId="{D7AB4AE5-1AA4-4988-92E9-A754840AC65A}" srcOrd="0" destOrd="0" presId="urn:microsoft.com/office/officeart/2005/8/layout/vList2"/>
    <dgm:cxn modelId="{C2843321-4AB2-4300-8F6F-0BE6E595BFCF}" srcId="{1AB54AF6-A57B-4859-99E2-C372FEB61C87}" destId="{AABD073D-E21F-47B7-BF25-7F466F9AEF16}" srcOrd="1" destOrd="0" parTransId="{ECEC8D1F-FFA4-4BB2-ADC6-B7CB37EEEC5C}" sibTransId="{E6E79EA2-8F29-4541-B2C9-0114D7BD84D0}"/>
    <dgm:cxn modelId="{2452F03A-7B34-4416-A4E3-B2A6A691E6B2}" type="presOf" srcId="{AE778592-55F7-451B-B8B2-55C537220224}" destId="{0BD7778F-8F72-4A1A-84BE-02B660DF9745}" srcOrd="0" destOrd="5" presId="urn:microsoft.com/office/officeart/2005/8/layout/vList2"/>
    <dgm:cxn modelId="{D51A415F-DD8C-4736-B2A8-C24CF517553F}" type="presOf" srcId="{EFF99846-06D0-4D7A-B714-39359477EC13}" destId="{0BD7778F-8F72-4A1A-84BE-02B660DF9745}" srcOrd="0" destOrd="2" presId="urn:microsoft.com/office/officeart/2005/8/layout/vList2"/>
    <dgm:cxn modelId="{879C2164-1EA1-4111-BDA2-835874B8400F}" type="presOf" srcId="{3B159238-9349-45A7-98AE-BF9AF26E2924}" destId="{0BD7778F-8F72-4A1A-84BE-02B660DF9745}" srcOrd="0" destOrd="0" presId="urn:microsoft.com/office/officeart/2005/8/layout/vList2"/>
    <dgm:cxn modelId="{28E7EA47-CA6E-446A-8ADB-B0EA09A12F84}" srcId="{1CD8EF57-65A2-4BA6-80D7-B6E498EB8F33}" destId="{1AB54AF6-A57B-4859-99E2-C372FEB61C87}" srcOrd="0" destOrd="0" parTransId="{1166182A-81D0-4D4D-AC91-63B0EAA70833}" sibTransId="{74B73198-12C1-458C-8913-E621841EAFC8}"/>
    <dgm:cxn modelId="{7C27074C-0921-4FB4-BE6D-D41C5EC0CD64}" type="presOf" srcId="{1CD8EF57-65A2-4BA6-80D7-B6E498EB8F33}" destId="{4B0C83C3-D88C-4E49-BFC9-E16634532186}" srcOrd="0" destOrd="0" presId="urn:microsoft.com/office/officeart/2005/8/layout/vList2"/>
    <dgm:cxn modelId="{54F98651-3201-4902-A8A9-7771FC0C33EF}" srcId="{1AB54AF6-A57B-4859-99E2-C372FEB61C87}" destId="{EFF99846-06D0-4D7A-B714-39359477EC13}" srcOrd="2" destOrd="0" parTransId="{5D95976A-C35D-42EE-947A-D64587965A9D}" sibTransId="{C68F8956-C7A6-40DD-A038-277611AA4172}"/>
    <dgm:cxn modelId="{9397467D-0215-46F4-B51B-F76C69AD2D88}" srcId="{1AB54AF6-A57B-4859-99E2-C372FEB61C87}" destId="{5F2E6FAD-988A-4B5D-8E8A-E3BC7AB7ADE2}" srcOrd="3" destOrd="0" parTransId="{20612FAA-E093-48EC-BA33-53050E937A83}" sibTransId="{9B6C451D-E35B-4D13-9EA7-363B99A9E470}"/>
    <dgm:cxn modelId="{0E169E8A-4343-488E-8891-DF82EBD2044F}" srcId="{1AB54AF6-A57B-4859-99E2-C372FEB61C87}" destId="{AE778592-55F7-451B-B8B2-55C537220224}" srcOrd="5" destOrd="0" parTransId="{EE86BBBA-E440-4072-96D7-707064BDF511}" sibTransId="{67A90F3D-BF36-47B5-B72C-4AAD92D2B97A}"/>
    <dgm:cxn modelId="{86231891-7EF0-4D04-977E-2523BBBFD6E7}" srcId="{1AB54AF6-A57B-4859-99E2-C372FEB61C87}" destId="{75DD9468-4C81-4844-A7CC-B395BE94A160}" srcOrd="4" destOrd="0" parTransId="{FF2D0FDE-CAC9-436E-ABD8-93AF1745EFD5}" sibTransId="{32576AE8-932E-4E24-85F9-5A3B3ABB2BD7}"/>
    <dgm:cxn modelId="{DB4B8FB8-A807-4191-9B21-09BC0EF45B73}" type="presOf" srcId="{75DD9468-4C81-4844-A7CC-B395BE94A160}" destId="{0BD7778F-8F72-4A1A-84BE-02B660DF9745}" srcOrd="0" destOrd="4" presId="urn:microsoft.com/office/officeart/2005/8/layout/vList2"/>
    <dgm:cxn modelId="{52785EBA-C8B4-4F78-9B02-EC68CDC0A754}" type="presOf" srcId="{5F2E6FAD-988A-4B5D-8E8A-E3BC7AB7ADE2}" destId="{0BD7778F-8F72-4A1A-84BE-02B660DF9745}" srcOrd="0" destOrd="3" presId="urn:microsoft.com/office/officeart/2005/8/layout/vList2"/>
    <dgm:cxn modelId="{B846FEE6-F21C-414B-956C-2F22DADA5E8F}" type="presOf" srcId="{AABD073D-E21F-47B7-BF25-7F466F9AEF16}" destId="{0BD7778F-8F72-4A1A-84BE-02B660DF9745}" srcOrd="0" destOrd="1" presId="urn:microsoft.com/office/officeart/2005/8/layout/vList2"/>
    <dgm:cxn modelId="{FE01B703-32F1-4A18-9CC3-FEF7ED0A7190}" type="presParOf" srcId="{4B0C83C3-D88C-4E49-BFC9-E16634532186}" destId="{D7AB4AE5-1AA4-4988-92E9-A754840AC65A}" srcOrd="0" destOrd="0" presId="urn:microsoft.com/office/officeart/2005/8/layout/vList2"/>
    <dgm:cxn modelId="{6814BC78-5D3A-47F2-BE8C-B68987B46E81}" type="presParOf" srcId="{4B0C83C3-D88C-4E49-BFC9-E16634532186}" destId="{0BD7778F-8F72-4A1A-84BE-02B660DF974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CD8EF57-65A2-4BA6-80D7-B6E498EB8F3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B54AF6-A57B-4859-99E2-C372FEB61C87}">
      <dgm:prSet phldrT="[Text]" custT="1"/>
      <dgm:spPr/>
      <dgm:t>
        <a:bodyPr/>
        <a:lstStyle/>
        <a:p>
          <a:pPr algn="r" rtl="1"/>
          <a:r>
            <a:rPr lang="fa-IR" sz="1800" dirty="0">
              <a:cs typeface="B Titr" panose="00000700000000000000" pitchFamily="2" charset="-78"/>
            </a:rPr>
            <a:t>مقدمه</a:t>
          </a:r>
          <a:endParaRPr lang="en-US" sz="1800" dirty="0"/>
        </a:p>
      </dgm:t>
    </dgm:pt>
    <dgm:pt modelId="{1166182A-81D0-4D4D-AC91-63B0EAA70833}" type="parTrans" cxnId="{28E7EA47-CA6E-446A-8ADB-B0EA09A12F84}">
      <dgm:prSet/>
      <dgm:spPr/>
      <dgm:t>
        <a:bodyPr/>
        <a:lstStyle/>
        <a:p>
          <a:pPr algn="r" rtl="1"/>
          <a:endParaRPr lang="en-US"/>
        </a:p>
      </dgm:t>
    </dgm:pt>
    <dgm:pt modelId="{74B73198-12C1-458C-8913-E621841EAFC8}" type="sibTrans" cxnId="{28E7EA47-CA6E-446A-8ADB-B0EA09A12F84}">
      <dgm:prSet/>
      <dgm:spPr/>
      <dgm:t>
        <a:bodyPr/>
        <a:lstStyle/>
        <a:p>
          <a:pPr algn="r" rtl="1"/>
          <a:endParaRPr lang="en-US"/>
        </a:p>
      </dgm:t>
    </dgm:pt>
    <dgm:pt modelId="{3B159238-9349-45A7-98AE-BF9AF26E2924}">
      <dgm:prSet phldrT="[Text]" custT="1"/>
      <dgm:spPr/>
      <dgm:t>
        <a:bodyPr anchor="t"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600" kern="1200" dirty="0">
              <a:cs typeface="B Nazanin" panose="00000400000000000000" pitchFamily="2" charset="-78"/>
            </a:rPr>
            <a:t>به طور کلی در هر سه سطح حقوق(0.25 ، 0.5 ، 0.75) مقدار </a:t>
          </a:r>
          <a:r>
            <a:rPr lang="en-US" sz="1600" kern="1200" dirty="0">
              <a:cs typeface="B Nazanin" panose="00000400000000000000" pitchFamily="2" charset="-78"/>
            </a:rPr>
            <a:t> Pr&gt;CHI</a:t>
          </a:r>
          <a:r>
            <a:rPr lang="en-US" sz="1600" kern="1200" baseline="30000" dirty="0">
              <a:cs typeface="B Nazanin" panose="00000400000000000000" pitchFamily="2" charset="-78"/>
            </a:rPr>
            <a:t>2</a:t>
          </a:r>
          <a:r>
            <a:rPr lang="fa-IR" sz="1600" kern="1200" baseline="30000" dirty="0">
              <a:cs typeface="B Nazanin" panose="00000400000000000000" pitchFamily="2" charset="-78"/>
            </a:rPr>
            <a:t> </a:t>
          </a:r>
          <a:r>
            <a:rPr lang="fa-IR" sz="1600" kern="1200" baseline="0" dirty="0">
              <a:cs typeface="B Nazanin" panose="00000400000000000000" pitchFamily="2" charset="-78"/>
            </a:rPr>
            <a:t>کمتر از 0.0001 که نشان دهنده معنادار بودن مدل می‌باشد و متغیر/متغیرهای مستقل تاثیر معناداری بر متغیر وابسته</a:t>
          </a:r>
          <a:r>
            <a:rPr lang="en-US" sz="1600" kern="1200" baseline="0" dirty="0">
              <a:cs typeface="B Nazanin" panose="00000400000000000000" pitchFamily="2" charset="-78"/>
            </a:rPr>
            <a:t>(Salary)</a:t>
          </a:r>
          <a:r>
            <a:rPr lang="fa-IR" sz="1600" kern="1200" baseline="0" dirty="0">
              <a:cs typeface="B Nazanin" panose="00000400000000000000" pitchFamily="2" charset="-78"/>
            </a:rPr>
            <a:t> دارند.</a:t>
          </a:r>
          <a:endParaRPr lang="en-US" sz="1600" kern="1200" baseline="300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85CC38FE-FFB7-485F-ABAA-D2D453E4AAFA}" type="parTrans" cxnId="{BA8D320F-76A3-439A-8120-20729372569C}">
      <dgm:prSet/>
      <dgm:spPr/>
      <dgm:t>
        <a:bodyPr/>
        <a:lstStyle/>
        <a:p>
          <a:pPr algn="r" rtl="1"/>
          <a:endParaRPr lang="en-US"/>
        </a:p>
      </dgm:t>
    </dgm:pt>
    <dgm:pt modelId="{EC0769D8-C6A5-4F02-A271-B2524E8BCED3}" type="sibTrans" cxnId="{BA8D320F-76A3-439A-8120-20729372569C}">
      <dgm:prSet/>
      <dgm:spPr/>
      <dgm:t>
        <a:bodyPr/>
        <a:lstStyle/>
        <a:p>
          <a:pPr algn="r" rtl="1"/>
          <a:endParaRPr lang="en-US"/>
        </a:p>
      </dgm:t>
    </dgm:pt>
    <dgm:pt modelId="{E4C27695-513D-4474-8054-9DE812652DD2}">
      <dgm:prSet phldrT="[Text]" custT="1"/>
      <dgm:spPr/>
      <dgm:t>
        <a:bodyPr anchor="t"/>
        <a:lstStyle/>
        <a:p>
          <a:pPr algn="r" rtl="1">
            <a:lnSpc>
              <a:spcPct val="150000"/>
            </a:lnSpc>
            <a:buFont typeface="Wingdings" panose="05000000000000000000" pitchFamily="2" charset="2"/>
            <a:buChar char="Å"/>
          </a:pPr>
          <a:r>
            <a:rPr lang="fa-IR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میزان </a:t>
          </a:r>
          <a:r>
            <a:rPr lang="en-US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R</a:t>
          </a:r>
          <a:r>
            <a:rPr lang="en-US" sz="1600" kern="1200" baseline="300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2</a:t>
          </a:r>
          <a:r>
            <a:rPr lang="fa-IR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هر چه به کوآنتایل‌های بالاتر می‌رویم، مدل برازش</a:t>
          </a:r>
          <a:r>
            <a:rPr lang="en-US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(Goodness of Fit) </a:t>
          </a:r>
          <a:r>
            <a:rPr lang="fa-IR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بیشتری پیدا می‌کند(هم‌خوانی بیشتری با داده‌های واقعی می‌یابد). به طوری که در کوآنتایل </a:t>
          </a:r>
          <a:r>
            <a:rPr lang="en-US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Q=0.75</a:t>
          </a:r>
          <a:r>
            <a:rPr lang="fa-IR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میزان برازش به </a:t>
          </a:r>
          <a:r>
            <a:rPr lang="en-US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R</a:t>
          </a:r>
          <a:r>
            <a:rPr lang="en-US" sz="1600" kern="1200" baseline="300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2</a:t>
          </a:r>
          <a:r>
            <a:rPr lang="en-US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=0.823</a:t>
          </a:r>
          <a:r>
            <a:rPr lang="fa-IR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می‌رسد!</a:t>
          </a:r>
          <a:endParaRPr lang="en-US" sz="1600" kern="1200" baseline="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gm:t>
    </dgm:pt>
    <dgm:pt modelId="{8965F808-E6C6-4D9F-B061-9E0429D2786F}" type="parTrans" cxnId="{4FBA8A4D-93C8-4FF5-8845-DB945156EAF5}">
      <dgm:prSet/>
      <dgm:spPr/>
      <dgm:t>
        <a:bodyPr/>
        <a:lstStyle/>
        <a:p>
          <a:endParaRPr lang="en-US"/>
        </a:p>
      </dgm:t>
    </dgm:pt>
    <dgm:pt modelId="{FE957D08-99A5-4ED6-A3EC-B2C37FD13461}" type="sibTrans" cxnId="{4FBA8A4D-93C8-4FF5-8845-DB945156EAF5}">
      <dgm:prSet/>
      <dgm:spPr/>
      <dgm:t>
        <a:bodyPr/>
        <a:lstStyle/>
        <a:p>
          <a:endParaRPr lang="en-US"/>
        </a:p>
      </dgm:t>
    </dgm:pt>
    <dgm:pt modelId="{4B0C83C3-D88C-4E49-BFC9-E16634532186}" type="pres">
      <dgm:prSet presAssocID="{1CD8EF57-65A2-4BA6-80D7-B6E498EB8F33}" presName="linear" presStyleCnt="0">
        <dgm:presLayoutVars>
          <dgm:animLvl val="lvl"/>
          <dgm:resizeHandles val="exact"/>
        </dgm:presLayoutVars>
      </dgm:prSet>
      <dgm:spPr/>
    </dgm:pt>
    <dgm:pt modelId="{D7AB4AE5-1AA4-4988-92E9-A754840AC65A}" type="pres">
      <dgm:prSet presAssocID="{1AB54AF6-A57B-4859-99E2-C372FEB61C87}" presName="parentText" presStyleLbl="node1" presStyleIdx="0" presStyleCnt="1" custScaleY="23367" custLinFactNeighborY="-4936">
        <dgm:presLayoutVars>
          <dgm:chMax val="0"/>
          <dgm:bulletEnabled val="1"/>
        </dgm:presLayoutVars>
      </dgm:prSet>
      <dgm:spPr/>
    </dgm:pt>
    <dgm:pt modelId="{0BD7778F-8F72-4A1A-84BE-02B660DF9745}" type="pres">
      <dgm:prSet presAssocID="{1AB54AF6-A57B-4859-99E2-C372FEB61C87}" presName="childText" presStyleLbl="revTx" presStyleIdx="0" presStyleCnt="1" custScaleY="105857" custLinFactNeighborY="-10850">
        <dgm:presLayoutVars>
          <dgm:bulletEnabled val="1"/>
        </dgm:presLayoutVars>
      </dgm:prSet>
      <dgm:spPr/>
    </dgm:pt>
  </dgm:ptLst>
  <dgm:cxnLst>
    <dgm:cxn modelId="{BA8D320F-76A3-439A-8120-20729372569C}" srcId="{1AB54AF6-A57B-4859-99E2-C372FEB61C87}" destId="{3B159238-9349-45A7-98AE-BF9AF26E2924}" srcOrd="0" destOrd="0" parTransId="{85CC38FE-FFB7-485F-ABAA-D2D453E4AAFA}" sibTransId="{EC0769D8-C6A5-4F02-A271-B2524E8BCED3}"/>
    <dgm:cxn modelId="{F7452119-B0C8-42FD-A2B3-3C229C99566A}" type="presOf" srcId="{E4C27695-513D-4474-8054-9DE812652DD2}" destId="{0BD7778F-8F72-4A1A-84BE-02B660DF9745}" srcOrd="0" destOrd="1" presId="urn:microsoft.com/office/officeart/2005/8/layout/vList2"/>
    <dgm:cxn modelId="{ACFD361A-DB11-4F66-89C9-9C6D1B89AC86}" type="presOf" srcId="{1AB54AF6-A57B-4859-99E2-C372FEB61C87}" destId="{D7AB4AE5-1AA4-4988-92E9-A754840AC65A}" srcOrd="0" destOrd="0" presId="urn:microsoft.com/office/officeart/2005/8/layout/vList2"/>
    <dgm:cxn modelId="{879C2164-1EA1-4111-BDA2-835874B8400F}" type="presOf" srcId="{3B159238-9349-45A7-98AE-BF9AF26E2924}" destId="{0BD7778F-8F72-4A1A-84BE-02B660DF9745}" srcOrd="0" destOrd="0" presId="urn:microsoft.com/office/officeart/2005/8/layout/vList2"/>
    <dgm:cxn modelId="{28E7EA47-CA6E-446A-8ADB-B0EA09A12F84}" srcId="{1CD8EF57-65A2-4BA6-80D7-B6E498EB8F33}" destId="{1AB54AF6-A57B-4859-99E2-C372FEB61C87}" srcOrd="0" destOrd="0" parTransId="{1166182A-81D0-4D4D-AC91-63B0EAA70833}" sibTransId="{74B73198-12C1-458C-8913-E621841EAFC8}"/>
    <dgm:cxn modelId="{7C27074C-0921-4FB4-BE6D-D41C5EC0CD64}" type="presOf" srcId="{1CD8EF57-65A2-4BA6-80D7-B6E498EB8F33}" destId="{4B0C83C3-D88C-4E49-BFC9-E16634532186}" srcOrd="0" destOrd="0" presId="urn:microsoft.com/office/officeart/2005/8/layout/vList2"/>
    <dgm:cxn modelId="{4FBA8A4D-93C8-4FF5-8845-DB945156EAF5}" srcId="{1AB54AF6-A57B-4859-99E2-C372FEB61C87}" destId="{E4C27695-513D-4474-8054-9DE812652DD2}" srcOrd="1" destOrd="0" parTransId="{8965F808-E6C6-4D9F-B061-9E0429D2786F}" sibTransId="{FE957D08-99A5-4ED6-A3EC-B2C37FD13461}"/>
    <dgm:cxn modelId="{FE01B703-32F1-4A18-9CC3-FEF7ED0A7190}" type="presParOf" srcId="{4B0C83C3-D88C-4E49-BFC9-E16634532186}" destId="{D7AB4AE5-1AA4-4988-92E9-A754840AC65A}" srcOrd="0" destOrd="0" presId="urn:microsoft.com/office/officeart/2005/8/layout/vList2"/>
    <dgm:cxn modelId="{6814BC78-5D3A-47F2-BE8C-B68987B46E81}" type="presParOf" srcId="{4B0C83C3-D88C-4E49-BFC9-E16634532186}" destId="{0BD7778F-8F72-4A1A-84BE-02B660DF974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85A17A-F3FD-433B-94B2-E94F7C7A52B4}">
      <dsp:nvSpPr>
        <dsp:cNvPr id="0" name=""/>
        <dsp:cNvSpPr/>
      </dsp:nvSpPr>
      <dsp:spPr>
        <a:xfrm>
          <a:off x="0" y="1098"/>
          <a:ext cx="2670629" cy="1036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b="1" kern="1200" dirty="0">
              <a:cs typeface="B Titr" panose="00000700000000000000" pitchFamily="2" charset="-78"/>
            </a:rPr>
            <a:t>متغیرهای کمی دیتاست</a:t>
          </a:r>
          <a:endParaRPr lang="en-US" sz="2200" b="1" kern="1200" dirty="0">
            <a:cs typeface="B Titr" panose="00000700000000000000" pitchFamily="2" charset="-78"/>
          </a:endParaRPr>
        </a:p>
      </dsp:txBody>
      <dsp:txXfrm>
        <a:off x="0" y="1098"/>
        <a:ext cx="2670629" cy="1036800"/>
      </dsp:txXfrm>
    </dsp:sp>
    <dsp:sp modelId="{DE85DA4A-334F-4AC5-9D83-FE9E3578AEAD}">
      <dsp:nvSpPr>
        <dsp:cNvPr id="0" name=""/>
        <dsp:cNvSpPr/>
      </dsp:nvSpPr>
      <dsp:spPr>
        <a:xfrm>
          <a:off x="0" y="1037898"/>
          <a:ext cx="2670629" cy="39527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256032" bIns="288036" numCol="1" spcCol="1270" anchor="t" anchorCtr="0">
          <a:noAutofit/>
        </a:bodyPr>
        <a:lstStyle/>
        <a:p>
          <a:pPr marL="285750" lvl="1" indent="-285750" algn="just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/>
            <a:t>Age</a:t>
          </a:r>
        </a:p>
        <a:p>
          <a:pPr marL="285750" lvl="1" indent="-285750" algn="just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/>
            <a:t>Educ</a:t>
          </a:r>
        </a:p>
        <a:p>
          <a:pPr marL="285750" lvl="1" indent="-285750" algn="just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/>
            <a:t>Salary</a:t>
          </a:r>
        </a:p>
        <a:p>
          <a:pPr marL="285750" lvl="1" indent="-285750" algn="just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/>
            <a:t>Salbegin</a:t>
          </a:r>
        </a:p>
        <a:p>
          <a:pPr marL="285750" lvl="1" indent="-285750" algn="just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/>
            <a:t>Jobtime</a:t>
          </a:r>
        </a:p>
        <a:p>
          <a:pPr marL="285750" lvl="1" indent="-285750" algn="just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/>
            <a:t>Prevexp</a:t>
          </a:r>
        </a:p>
      </dsp:txBody>
      <dsp:txXfrm>
        <a:off x="0" y="1037898"/>
        <a:ext cx="2670629" cy="3952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B4AE5-1AA4-4988-92E9-A754840AC65A}">
      <dsp:nvSpPr>
        <dsp:cNvPr id="0" name=""/>
        <dsp:cNvSpPr/>
      </dsp:nvSpPr>
      <dsp:spPr>
        <a:xfrm>
          <a:off x="0" y="20228"/>
          <a:ext cx="10515600" cy="2900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>
              <a:cs typeface="B Titr" panose="00000700000000000000" pitchFamily="2" charset="-78"/>
            </a:rPr>
            <a:t>فیلد </a:t>
          </a:r>
          <a:r>
            <a:rPr lang="en-US" sz="2400" kern="1200" dirty="0"/>
            <a:t>Age</a:t>
          </a:r>
          <a:endParaRPr lang="en-US" sz="2200" kern="1200" dirty="0"/>
        </a:p>
      </dsp:txBody>
      <dsp:txXfrm>
        <a:off x="14159" y="34387"/>
        <a:ext cx="10487282" cy="261721"/>
      </dsp:txXfrm>
    </dsp:sp>
    <dsp:sp modelId="{0BD7778F-8F72-4A1A-84BE-02B660DF9745}">
      <dsp:nvSpPr>
        <dsp:cNvPr id="0" name=""/>
        <dsp:cNvSpPr/>
      </dsp:nvSpPr>
      <dsp:spPr>
        <a:xfrm>
          <a:off x="0" y="310267"/>
          <a:ext cx="10515600" cy="1429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دارای</a:t>
          </a:r>
          <a:r>
            <a:rPr lang="ar-SA" sz="1700" kern="1200" dirty="0">
              <a:cs typeface="B Nazanin" panose="00000400000000000000" pitchFamily="2" charset="-78"/>
            </a:rPr>
            <a:t> چولگی به راست</a:t>
          </a:r>
          <a:r>
            <a:rPr lang="fa-IR" sz="1700" kern="1200" dirty="0">
              <a:cs typeface="B Nazanin" panose="00000400000000000000" pitchFamily="2" charset="-78"/>
            </a:rPr>
            <a:t>(</a:t>
          </a:r>
          <a:r>
            <a:rPr lang="ar-SA" sz="1700" kern="1200" dirty="0">
              <a:cs typeface="B Nazanin" panose="00000400000000000000" pitchFamily="2" charset="-78"/>
            </a:rPr>
            <a:t>ملایم</a:t>
          </a:r>
          <a:r>
            <a:rPr lang="fa-IR" sz="1700" kern="1200" dirty="0">
              <a:cs typeface="B Nazanin" panose="00000400000000000000" pitchFamily="2" charset="-78"/>
            </a:rPr>
            <a:t>)</a:t>
          </a:r>
          <a:r>
            <a:rPr lang="ar-SA" sz="1700" kern="1200" dirty="0">
              <a:cs typeface="B Nazanin" panose="00000400000000000000" pitchFamily="2" charset="-78"/>
            </a:rPr>
            <a:t> </a:t>
          </a:r>
          <a:r>
            <a:rPr lang="fa-IR" sz="1700" kern="1200" dirty="0">
              <a:cs typeface="B Nazanin" panose="00000400000000000000" pitchFamily="2" charset="-78"/>
            </a:rPr>
            <a:t>می‌باشد</a:t>
          </a:r>
          <a:r>
            <a:rPr lang="ar-SA" sz="1700" kern="1200" dirty="0">
              <a:cs typeface="B Nazanin" panose="00000400000000000000" pitchFamily="2" charset="-78"/>
            </a:rPr>
            <a:t> (</a:t>
          </a:r>
          <a:r>
            <a:rPr lang="fa-IR" sz="1700" kern="1200" dirty="0">
              <a:cs typeface="B Nazanin" panose="00000400000000000000" pitchFamily="2" charset="-78"/>
            </a:rPr>
            <a:t>0.857</a:t>
          </a:r>
          <a:r>
            <a:rPr lang="ar-SA" sz="1700" kern="1200" dirty="0">
              <a:cs typeface="B Nazanin" panose="00000400000000000000" pitchFamily="2" charset="-78"/>
            </a:rPr>
            <a:t>)</a:t>
          </a:r>
          <a:r>
            <a:rPr lang="fa-IR" sz="1700" kern="1200" dirty="0">
              <a:cs typeface="B Nazanin" panose="00000400000000000000" pitchFamily="2" charset="-78"/>
            </a:rPr>
            <a:t>← </a:t>
          </a:r>
          <a:r>
            <a:rPr lang="ar-SA" sz="1700" kern="1200" dirty="0">
              <a:cs typeface="B Nazanin" panose="00000400000000000000" pitchFamily="2" charset="-78"/>
            </a:rPr>
            <a:t>تعداد افراد مسن‌تر در نمونه</a:t>
          </a:r>
          <a:r>
            <a:rPr lang="fa-IR" sz="1700" kern="1200" dirty="0">
              <a:cs typeface="B Nazanin" panose="00000400000000000000" pitchFamily="2" charset="-78"/>
            </a:rPr>
            <a:t> کمی</a:t>
          </a:r>
          <a:r>
            <a:rPr lang="ar-SA" sz="1700" kern="1200" dirty="0">
              <a:cs typeface="B Nazanin" panose="00000400000000000000" pitchFamily="2" charset="-78"/>
            </a:rPr>
            <a:t> بیشتر از افراد جوان‌تراست.</a:t>
          </a:r>
          <a:endParaRPr lang="en-US" sz="1700" kern="1200" dirty="0"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دامنه 28 تا 70 سال، گستره مناسبی از سنین نیروی کار را نمایش می‌دهد.</a:t>
          </a:r>
          <a:endParaRPr lang="en-US" sz="1700" kern="1200" dirty="0"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با توجه به میزان کشیدگی(0.577-)← </a:t>
          </a:r>
          <a:r>
            <a:rPr lang="ar-SA" sz="1700" kern="1200" dirty="0">
              <a:cs typeface="B Nazanin" panose="00000400000000000000" pitchFamily="2" charset="-78"/>
            </a:rPr>
            <a:t>توزیع داده‌ها پهن‌تر و تخت‌تر از نرمال است و در دم‌های آن داده‌های خیلی دور</a:t>
          </a:r>
          <a:r>
            <a:rPr lang="fa-IR" sz="1700" kern="1200" dirty="0">
              <a:cs typeface="B Nazanin" panose="00000400000000000000" pitchFamily="2" charset="-78"/>
            </a:rPr>
            <a:t>(پرت)</a:t>
          </a:r>
          <a:r>
            <a:rPr lang="ar-SA" sz="1700" kern="1200" dirty="0">
              <a:cs typeface="B Nazanin" panose="00000400000000000000" pitchFamily="2" charset="-78"/>
            </a:rPr>
            <a:t> از میانگین</a:t>
          </a:r>
          <a:r>
            <a:rPr lang="fa-IR" sz="1700" kern="1200" dirty="0">
              <a:cs typeface="B Nazanin" panose="00000400000000000000" pitchFamily="2" charset="-78"/>
            </a:rPr>
            <a:t>،</a:t>
          </a:r>
          <a:r>
            <a:rPr lang="ar-SA" sz="1700" kern="1200" dirty="0">
              <a:cs typeface="B Nazanin" panose="00000400000000000000" pitchFamily="2" charset="-78"/>
            </a:rPr>
            <a:t> کمتر از حد معمول (نرمال) وجود دارد.</a:t>
          </a:r>
          <a:endParaRPr lang="en-US" sz="1700" kern="1200" dirty="0">
            <a:cs typeface="B Nazanin" panose="00000400000000000000" pitchFamily="2" charset="-78"/>
          </a:endParaRPr>
        </a:p>
      </dsp:txBody>
      <dsp:txXfrm>
        <a:off x="0" y="310267"/>
        <a:ext cx="10515600" cy="1429784"/>
      </dsp:txXfrm>
    </dsp:sp>
    <dsp:sp modelId="{321B50FA-8535-4E2D-B5C9-5A6ABCFAF298}">
      <dsp:nvSpPr>
        <dsp:cNvPr id="0" name=""/>
        <dsp:cNvSpPr/>
      </dsp:nvSpPr>
      <dsp:spPr>
        <a:xfrm>
          <a:off x="0" y="1740051"/>
          <a:ext cx="10515600" cy="2900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>
              <a:latin typeface="Calibri" panose="020F0502020204030204"/>
              <a:ea typeface="+mn-ea"/>
              <a:cs typeface="B Titr" panose="00000700000000000000" pitchFamily="2" charset="-78"/>
            </a:rPr>
            <a:t>Educ</a:t>
          </a:r>
          <a:endParaRPr lang="en-US" sz="2200" kern="1200" dirty="0">
            <a:latin typeface="Calibri" panose="020F0502020204030204"/>
            <a:ea typeface="+mn-ea"/>
            <a:cs typeface="B Titr" panose="00000700000000000000" pitchFamily="2" charset="-78"/>
          </a:endParaRPr>
        </a:p>
      </dsp:txBody>
      <dsp:txXfrm>
        <a:off x="14159" y="1754210"/>
        <a:ext cx="10487282" cy="261721"/>
      </dsp:txXfrm>
    </dsp:sp>
    <dsp:sp modelId="{92014DD7-6804-4B70-A554-2D9D38093523}">
      <dsp:nvSpPr>
        <dsp:cNvPr id="0" name=""/>
        <dsp:cNvSpPr/>
      </dsp:nvSpPr>
      <dsp:spPr>
        <a:xfrm>
          <a:off x="0" y="2030091"/>
          <a:ext cx="10515600" cy="960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20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میانگین و میانه←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متداول‌ترین سطح تحصیلات، معادل ۱۲ سال (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~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دیپلم) تا ۱۵ سال (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~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فوق دیپلم/لیسانس) است.
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چولگی نزدیک به صفر (0.110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-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) و کشیدگی منفی (−0.274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)←</a:t>
          </a:r>
          <a:r>
            <a:rPr lang="ar-SA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توزیع سنوات تحصیل تقریباً نرمال و متقارن است.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0" y="2030091"/>
        <a:ext cx="10515600" cy="960480"/>
      </dsp:txXfrm>
    </dsp:sp>
    <dsp:sp modelId="{23914C2E-5E99-4767-9271-5F8D9A9251D3}">
      <dsp:nvSpPr>
        <dsp:cNvPr id="0" name=""/>
        <dsp:cNvSpPr/>
      </dsp:nvSpPr>
      <dsp:spPr>
        <a:xfrm>
          <a:off x="0" y="2990571"/>
          <a:ext cx="10515600" cy="2900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Salary , Salbegin</a:t>
          </a:r>
        </a:p>
      </dsp:txBody>
      <dsp:txXfrm>
        <a:off x="14159" y="3004730"/>
        <a:ext cx="10487282" cy="261721"/>
      </dsp:txXfrm>
    </dsp:sp>
    <dsp:sp modelId="{A043F082-81C4-42CC-B943-8446E03FCC4E}">
      <dsp:nvSpPr>
        <dsp:cNvPr id="0" name=""/>
        <dsp:cNvSpPr/>
      </dsp:nvSpPr>
      <dsp:spPr>
        <a:xfrm>
          <a:off x="0" y="3280610"/>
          <a:ext cx="10515600" cy="990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با توجه به میزان چولگی← متغیر دارای چولگی بسیار قوی به راست است←تعداد کمی از کارمندان حقوق بسیار بالایی دریافت می‌کنند← افزایش میانگین متغیر 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با توجه به کشیدگی بالا← نوک توزیع تیزتر ← وجود داده‌های پرت حقوق‌های بالا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0" y="3280610"/>
        <a:ext cx="10515600" cy="990494"/>
      </dsp:txXfrm>
    </dsp:sp>
    <dsp:sp modelId="{DC1068B7-74A3-4C0C-8EBF-210694A098AC}">
      <dsp:nvSpPr>
        <dsp:cNvPr id="0" name=""/>
        <dsp:cNvSpPr/>
      </dsp:nvSpPr>
      <dsp:spPr>
        <a:xfrm>
          <a:off x="0" y="4271105"/>
          <a:ext cx="10515600" cy="2900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Jobtime</a:t>
          </a:r>
        </a:p>
      </dsp:txBody>
      <dsp:txXfrm>
        <a:off x="14159" y="4285264"/>
        <a:ext cx="10487282" cy="261721"/>
      </dsp:txXfrm>
    </dsp:sp>
    <dsp:sp modelId="{761C425C-AD01-4D31-9D10-90509CACBAAD}">
      <dsp:nvSpPr>
        <dsp:cNvPr id="0" name=""/>
        <dsp:cNvSpPr/>
      </dsp:nvSpPr>
      <dsp:spPr>
        <a:xfrm>
          <a:off x="0" y="4561144"/>
          <a:ext cx="10515600" cy="990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دارای توزیع و چولگی نسبتا متقارن می‌باشد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پراکندگی←انحراف معیار 10.037(در حالی که حداقل63 و حداکثر 98 ماه می‌باشد)←اغلب کارکنان در یک بازه زمانی محدود(بین 3 تا 8 سال) جذب شده‌اند.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0" y="4561144"/>
        <a:ext cx="10515600" cy="990494"/>
      </dsp:txXfrm>
    </dsp:sp>
    <dsp:sp modelId="{CD0F264C-7B37-4481-825B-CBECBCC85066}">
      <dsp:nvSpPr>
        <dsp:cNvPr id="0" name=""/>
        <dsp:cNvSpPr/>
      </dsp:nvSpPr>
      <dsp:spPr>
        <a:xfrm>
          <a:off x="0" y="5551639"/>
          <a:ext cx="10515600" cy="32565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2200" kern="1200" dirty="0">
              <a:solidFill>
                <a:prstClr val="black"/>
              </a:solidFill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 dirty="0">
              <a:solidFill>
                <a:prstClr val="black"/>
              </a:solidFill>
              <a:latin typeface="Calibri" panose="020F0502020204030204"/>
              <a:ea typeface="+mn-ea"/>
              <a:cs typeface="B Titr" panose="00000700000000000000" pitchFamily="2" charset="-78"/>
            </a:rPr>
            <a:t>Prevexp</a:t>
          </a:r>
        </a:p>
      </dsp:txBody>
      <dsp:txXfrm>
        <a:off x="15897" y="5567536"/>
        <a:ext cx="10483806" cy="293857"/>
      </dsp:txXfrm>
    </dsp:sp>
    <dsp:sp modelId="{B5879942-A0BC-4221-9685-EC38FE84F67E}">
      <dsp:nvSpPr>
        <dsp:cNvPr id="0" name=""/>
        <dsp:cNvSpPr/>
      </dsp:nvSpPr>
      <dsp:spPr>
        <a:xfrm>
          <a:off x="0" y="5877291"/>
          <a:ext cx="10515600" cy="960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چولگی شدید به راست و انحراف معیار بالا ←بخش بزرگی از کارکنان تجربه قبلی کمی دارند(چارک اول = 19 ماه) با این حال تعدادی نیز دارای تجربه قبلی بسیار زیادی می‌باشند(39.7 سال </a:t>
          </a:r>
          <a:r>
            <a:rPr lang="en-US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max =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)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0" y="5877291"/>
        <a:ext cx="10515600" cy="960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BCEB7B-6E44-48F4-B502-B92C3DB68B0D}">
      <dsp:nvSpPr>
        <dsp:cNvPr id="0" name=""/>
        <dsp:cNvSpPr/>
      </dsp:nvSpPr>
      <dsp:spPr>
        <a:xfrm>
          <a:off x="0" y="0"/>
          <a:ext cx="8128000" cy="16141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b="1" kern="1200" dirty="0">
              <a:cs typeface="B Titr" panose="00000700000000000000" pitchFamily="2" charset="-78"/>
            </a:rPr>
            <a:t>متغیرهای کیفی دیتاست</a:t>
          </a:r>
          <a:endParaRPr lang="en-US" sz="2200" b="1" kern="1200" dirty="0">
            <a:cs typeface="B Titr" panose="00000700000000000000" pitchFamily="2" charset="-78"/>
          </a:endParaRPr>
        </a:p>
      </dsp:txBody>
      <dsp:txXfrm>
        <a:off x="0" y="0"/>
        <a:ext cx="8128000" cy="871665"/>
      </dsp:txXfrm>
    </dsp:sp>
    <dsp:sp modelId="{18821354-0E6F-4F22-B364-99107D0D1678}">
      <dsp:nvSpPr>
        <dsp:cNvPr id="0" name=""/>
        <dsp:cNvSpPr/>
      </dsp:nvSpPr>
      <dsp:spPr>
        <a:xfrm>
          <a:off x="3968" y="839381"/>
          <a:ext cx="2706687" cy="7425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Gender</a:t>
          </a:r>
        </a:p>
      </dsp:txBody>
      <dsp:txXfrm>
        <a:off x="3968" y="839381"/>
        <a:ext cx="2706687" cy="742530"/>
      </dsp:txXfrm>
    </dsp:sp>
    <dsp:sp modelId="{42B9065C-8C97-48F8-985E-0B614257E1A7}">
      <dsp:nvSpPr>
        <dsp:cNvPr id="0" name=""/>
        <dsp:cNvSpPr/>
      </dsp:nvSpPr>
      <dsp:spPr>
        <a:xfrm>
          <a:off x="2710656" y="839381"/>
          <a:ext cx="2706687" cy="7425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jobcat</a:t>
          </a:r>
        </a:p>
      </dsp:txBody>
      <dsp:txXfrm>
        <a:off x="2710656" y="839381"/>
        <a:ext cx="2706687" cy="742530"/>
      </dsp:txXfrm>
    </dsp:sp>
    <dsp:sp modelId="{4D4C6B0F-2FBF-4CF8-A3DE-4EBB10CFD7A6}">
      <dsp:nvSpPr>
        <dsp:cNvPr id="0" name=""/>
        <dsp:cNvSpPr/>
      </dsp:nvSpPr>
      <dsp:spPr>
        <a:xfrm>
          <a:off x="5417343" y="839381"/>
          <a:ext cx="2706687" cy="7425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minority</a:t>
          </a:r>
        </a:p>
      </dsp:txBody>
      <dsp:txXfrm>
        <a:off x="5417343" y="839381"/>
        <a:ext cx="2706687" cy="7425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B4AE5-1AA4-4988-92E9-A754840AC65A}">
      <dsp:nvSpPr>
        <dsp:cNvPr id="0" name=""/>
        <dsp:cNvSpPr/>
      </dsp:nvSpPr>
      <dsp:spPr>
        <a:xfrm>
          <a:off x="0" y="400777"/>
          <a:ext cx="10515600" cy="3200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>
              <a:cs typeface="B Titr" panose="00000700000000000000" pitchFamily="2" charset="-78"/>
            </a:rPr>
            <a:t>فیلد </a:t>
          </a:r>
          <a:r>
            <a:rPr lang="en-US" sz="2200" kern="1200" dirty="0">
              <a:cs typeface="B Titr" panose="00000700000000000000" pitchFamily="2" charset="-78"/>
            </a:rPr>
            <a:t>Gender</a:t>
          </a:r>
          <a:endParaRPr lang="en-US" sz="2200" kern="1200" dirty="0"/>
        </a:p>
      </dsp:txBody>
      <dsp:txXfrm>
        <a:off x="15623" y="416400"/>
        <a:ext cx="10484354" cy="288797"/>
      </dsp:txXfrm>
    </dsp:sp>
    <dsp:sp modelId="{0BD7778F-8F72-4A1A-84BE-02B660DF9745}">
      <dsp:nvSpPr>
        <dsp:cNvPr id="0" name=""/>
        <dsp:cNvSpPr/>
      </dsp:nvSpPr>
      <dsp:spPr>
        <a:xfrm>
          <a:off x="0" y="720821"/>
          <a:ext cx="10515600" cy="112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با توجه به فراوانی و بازه اطمینان←نمونه تقریبا متقارن می‌باشد، اما با اختلافی حدود 9 درصدی، آقایان فراوانی بیشتری دارند.</a:t>
          </a:r>
          <a:endParaRPr lang="en-US" sz="1700" kern="1200" dirty="0">
            <a:cs typeface="B Nazanin" panose="00000400000000000000" pitchFamily="2" charset="-78"/>
          </a:endParaRPr>
        </a:p>
      </dsp:txBody>
      <dsp:txXfrm>
        <a:off x="0" y="720821"/>
        <a:ext cx="10515600" cy="1121914"/>
      </dsp:txXfrm>
    </dsp:sp>
    <dsp:sp modelId="{321B50FA-8535-4E2D-B5C9-5A6ABCFAF298}">
      <dsp:nvSpPr>
        <dsp:cNvPr id="0" name=""/>
        <dsp:cNvSpPr/>
      </dsp:nvSpPr>
      <dsp:spPr>
        <a:xfrm>
          <a:off x="0" y="1425487"/>
          <a:ext cx="10515600" cy="3200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Jobcat</a:t>
          </a:r>
        </a:p>
      </dsp:txBody>
      <dsp:txXfrm>
        <a:off x="15623" y="1441110"/>
        <a:ext cx="10484354" cy="288797"/>
      </dsp:txXfrm>
    </dsp:sp>
    <dsp:sp modelId="{92014DD7-6804-4B70-A554-2D9D38093523}">
      <dsp:nvSpPr>
        <dsp:cNvPr id="0" name=""/>
        <dsp:cNvSpPr/>
      </dsp:nvSpPr>
      <dsp:spPr>
        <a:xfrm>
          <a:off x="0" y="2162778"/>
          <a:ext cx="10515600" cy="2914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None/>
          </a:pP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0" y="2162778"/>
        <a:ext cx="10515600" cy="2914560"/>
      </dsp:txXfrm>
    </dsp:sp>
    <dsp:sp modelId="{23914C2E-5E99-4767-9271-5F8D9A9251D3}">
      <dsp:nvSpPr>
        <dsp:cNvPr id="0" name=""/>
        <dsp:cNvSpPr/>
      </dsp:nvSpPr>
      <dsp:spPr>
        <a:xfrm>
          <a:off x="0" y="5077338"/>
          <a:ext cx="10515600" cy="3200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فیلد </a:t>
          </a:r>
          <a:r>
            <a:rPr lang="en-US" sz="2200" kern="1200" dirty="0">
              <a:latin typeface="Calibri" panose="020F0502020204030204"/>
              <a:ea typeface="+mn-ea"/>
              <a:cs typeface="B Titr" panose="00000700000000000000" pitchFamily="2" charset="-78"/>
            </a:rPr>
            <a:t>Minority</a:t>
          </a:r>
        </a:p>
      </dsp:txBody>
      <dsp:txXfrm>
        <a:off x="15623" y="5092961"/>
        <a:ext cx="10484354" cy="288797"/>
      </dsp:txXfrm>
    </dsp:sp>
    <dsp:sp modelId="{A043F082-81C4-42CC-B943-8446E03FCC4E}">
      <dsp:nvSpPr>
        <dsp:cNvPr id="0" name=""/>
        <dsp:cNvSpPr/>
      </dsp:nvSpPr>
      <dsp:spPr>
        <a:xfrm>
          <a:off x="0" y="5397382"/>
          <a:ext cx="10515600" cy="1059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کارکنان غیر اقلیت تقریبا چهار برابر کارکنان اقلیت می‌باشند.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نسبت کارکنان اقلیت در نمونه بین %18.3 تا %25.7 می‌باشد.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0" y="5397382"/>
        <a:ext cx="10515600" cy="10598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446BA-7425-48B9-B133-9B7E7C87A88B}">
      <dsp:nvSpPr>
        <dsp:cNvPr id="0" name=""/>
        <dsp:cNvSpPr/>
      </dsp:nvSpPr>
      <dsp:spPr>
        <a:xfrm>
          <a:off x="202358" y="1128838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12B96-E88C-4F83-82C5-8F6D250390F5}">
      <dsp:nvSpPr>
        <dsp:cNvPr id="0" name=""/>
        <dsp:cNvSpPr/>
      </dsp:nvSpPr>
      <dsp:spPr>
        <a:xfrm>
          <a:off x="430408" y="1128838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23D31-13DC-4CA9-9116-72311D8B1E36}">
      <dsp:nvSpPr>
        <dsp:cNvPr id="0" name=""/>
        <dsp:cNvSpPr/>
      </dsp:nvSpPr>
      <dsp:spPr>
        <a:xfrm>
          <a:off x="658458" y="1128838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F469A-07C6-42E9-9469-EEA1C133149C}">
      <dsp:nvSpPr>
        <dsp:cNvPr id="0" name=""/>
        <dsp:cNvSpPr/>
      </dsp:nvSpPr>
      <dsp:spPr>
        <a:xfrm>
          <a:off x="886075" y="1128838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5AD38-B48F-4CCE-80FE-BBBE90F1BBA8}">
      <dsp:nvSpPr>
        <dsp:cNvPr id="0" name=""/>
        <dsp:cNvSpPr/>
      </dsp:nvSpPr>
      <dsp:spPr>
        <a:xfrm>
          <a:off x="1114125" y="1128838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3CB17-D974-41BA-B311-927058E6D8A2}">
      <dsp:nvSpPr>
        <dsp:cNvPr id="0" name=""/>
        <dsp:cNvSpPr/>
      </dsp:nvSpPr>
      <dsp:spPr>
        <a:xfrm>
          <a:off x="1342176" y="1066624"/>
          <a:ext cx="248861" cy="249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473C3-CFAB-44DE-9B33-B22D800A3C36}">
      <dsp:nvSpPr>
        <dsp:cNvPr id="0" name=""/>
        <dsp:cNvSpPr/>
      </dsp:nvSpPr>
      <dsp:spPr>
        <a:xfrm>
          <a:off x="405262" y="871795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C972A-9F17-4512-A5B9-E32B277FA8FB}">
      <dsp:nvSpPr>
        <dsp:cNvPr id="0" name=""/>
        <dsp:cNvSpPr/>
      </dsp:nvSpPr>
      <dsp:spPr>
        <a:xfrm>
          <a:off x="405262" y="1387723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9A1D3-F4CF-47FB-8EA4-E4E549DF3188}">
      <dsp:nvSpPr>
        <dsp:cNvPr id="0" name=""/>
        <dsp:cNvSpPr/>
      </dsp:nvSpPr>
      <dsp:spPr>
        <a:xfrm>
          <a:off x="294271" y="983535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558B41-6BBF-4E42-B419-4F31ED6A9764}">
      <dsp:nvSpPr>
        <dsp:cNvPr id="0" name=""/>
        <dsp:cNvSpPr/>
      </dsp:nvSpPr>
      <dsp:spPr>
        <a:xfrm>
          <a:off x="286901" y="1276597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EA9B5-98F6-4AA0-8EE5-E8B74D9663FE}">
      <dsp:nvSpPr>
        <dsp:cNvPr id="0" name=""/>
        <dsp:cNvSpPr/>
      </dsp:nvSpPr>
      <dsp:spPr>
        <a:xfrm>
          <a:off x="1694223" y="561133"/>
          <a:ext cx="1259913" cy="12600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فراوانی‌ها در این فیلد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878733" y="745662"/>
        <a:ext cx="890893" cy="890985"/>
      </dsp:txXfrm>
    </dsp:sp>
    <dsp:sp modelId="{2D604DEE-506B-48A9-9E32-81BA42BBE7C3}">
      <dsp:nvSpPr>
        <dsp:cNvPr id="0" name=""/>
        <dsp:cNvSpPr/>
      </dsp:nvSpPr>
      <dsp:spPr>
        <a:xfrm>
          <a:off x="2799357" y="453486"/>
          <a:ext cx="248861" cy="249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93FF4-D8AA-48DF-882C-730290A84B20}">
      <dsp:nvSpPr>
        <dsp:cNvPr id="0" name=""/>
        <dsp:cNvSpPr/>
      </dsp:nvSpPr>
      <dsp:spPr>
        <a:xfrm>
          <a:off x="3083336" y="322099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1B9DE-4DF4-48EA-A751-A36AA605F05D}">
      <dsp:nvSpPr>
        <dsp:cNvPr id="0" name=""/>
        <dsp:cNvSpPr/>
      </dsp:nvSpPr>
      <dsp:spPr>
        <a:xfrm>
          <a:off x="3349105" y="322099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A2A51-AEAB-4109-9409-679D73B445EC}">
      <dsp:nvSpPr>
        <dsp:cNvPr id="0" name=""/>
        <dsp:cNvSpPr/>
      </dsp:nvSpPr>
      <dsp:spPr>
        <a:xfrm>
          <a:off x="3614875" y="322099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25F71-1A1B-4D13-9CF1-16CBC90D08E1}">
      <dsp:nvSpPr>
        <dsp:cNvPr id="0" name=""/>
        <dsp:cNvSpPr/>
      </dsp:nvSpPr>
      <dsp:spPr>
        <a:xfrm>
          <a:off x="3880645" y="322099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907E2-AD7B-4260-8544-9D5894449ED4}">
      <dsp:nvSpPr>
        <dsp:cNvPr id="0" name=""/>
        <dsp:cNvSpPr/>
      </dsp:nvSpPr>
      <dsp:spPr>
        <a:xfrm>
          <a:off x="4146848" y="322099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837AA-3648-4076-933C-CC9E0B0473A6}">
      <dsp:nvSpPr>
        <dsp:cNvPr id="0" name=""/>
        <dsp:cNvSpPr/>
      </dsp:nvSpPr>
      <dsp:spPr>
        <a:xfrm>
          <a:off x="4412618" y="322099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E356E-9847-4368-98EE-3824A872B89A}">
      <dsp:nvSpPr>
        <dsp:cNvPr id="0" name=""/>
        <dsp:cNvSpPr/>
      </dsp:nvSpPr>
      <dsp:spPr>
        <a:xfrm>
          <a:off x="3079434" y="1000"/>
          <a:ext cx="1458481" cy="320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رده 1←362 نفر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3079434" y="1000"/>
        <a:ext cx="1458481" cy="320076"/>
      </dsp:txXfrm>
    </dsp:sp>
    <dsp:sp modelId="{911B0E53-8BE9-443C-9CF1-9AF48B274941}">
      <dsp:nvSpPr>
        <dsp:cNvPr id="0" name=""/>
        <dsp:cNvSpPr/>
      </dsp:nvSpPr>
      <dsp:spPr>
        <a:xfrm>
          <a:off x="3057756" y="1066624"/>
          <a:ext cx="248861" cy="249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60428-C8A6-4403-A54A-A3D787E809CC}">
      <dsp:nvSpPr>
        <dsp:cNvPr id="0" name=""/>
        <dsp:cNvSpPr/>
      </dsp:nvSpPr>
      <dsp:spPr>
        <a:xfrm>
          <a:off x="3428446" y="1128838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7A886-90A4-4405-ABB1-2D3DA3BD8906}">
      <dsp:nvSpPr>
        <dsp:cNvPr id="0" name=""/>
        <dsp:cNvSpPr/>
      </dsp:nvSpPr>
      <dsp:spPr>
        <a:xfrm>
          <a:off x="3674272" y="1128838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3B40F-23A7-4ECF-9304-B2A1FA089921}">
      <dsp:nvSpPr>
        <dsp:cNvPr id="0" name=""/>
        <dsp:cNvSpPr/>
      </dsp:nvSpPr>
      <dsp:spPr>
        <a:xfrm>
          <a:off x="3920532" y="1128838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FE08F-29CD-44AF-98BB-7292F470FC62}">
      <dsp:nvSpPr>
        <dsp:cNvPr id="0" name=""/>
        <dsp:cNvSpPr/>
      </dsp:nvSpPr>
      <dsp:spPr>
        <a:xfrm>
          <a:off x="4166358" y="1128838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7C6F3-217C-4B79-BF7A-99DFD477EDF3}">
      <dsp:nvSpPr>
        <dsp:cNvPr id="0" name=""/>
        <dsp:cNvSpPr/>
      </dsp:nvSpPr>
      <dsp:spPr>
        <a:xfrm>
          <a:off x="4412618" y="1128838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6D5F01-0838-42DF-A1EF-D4403E2D0AFA}">
      <dsp:nvSpPr>
        <dsp:cNvPr id="0" name=""/>
        <dsp:cNvSpPr/>
      </dsp:nvSpPr>
      <dsp:spPr>
        <a:xfrm>
          <a:off x="3434950" y="810399"/>
          <a:ext cx="1102965" cy="320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رده 2←27نفر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3434950" y="810399"/>
        <a:ext cx="1102965" cy="320076"/>
      </dsp:txXfrm>
    </dsp:sp>
    <dsp:sp modelId="{6CF17011-A7B3-4B62-9583-A79472B05B96}">
      <dsp:nvSpPr>
        <dsp:cNvPr id="0" name=""/>
        <dsp:cNvSpPr/>
      </dsp:nvSpPr>
      <dsp:spPr>
        <a:xfrm>
          <a:off x="2799357" y="1669530"/>
          <a:ext cx="248861" cy="249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68536-C86B-46DE-99CA-2CF25F67C0DA}">
      <dsp:nvSpPr>
        <dsp:cNvPr id="0" name=""/>
        <dsp:cNvSpPr/>
      </dsp:nvSpPr>
      <dsp:spPr>
        <a:xfrm>
          <a:off x="3083336" y="1923094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4FF7F-2F9F-46A1-A781-2387D9B75AF2}">
      <dsp:nvSpPr>
        <dsp:cNvPr id="0" name=""/>
        <dsp:cNvSpPr/>
      </dsp:nvSpPr>
      <dsp:spPr>
        <a:xfrm>
          <a:off x="3349105" y="1923094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833A9-DCB8-475D-B207-A22E059FB85D}">
      <dsp:nvSpPr>
        <dsp:cNvPr id="0" name=""/>
        <dsp:cNvSpPr/>
      </dsp:nvSpPr>
      <dsp:spPr>
        <a:xfrm>
          <a:off x="3614875" y="1923094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4BCE6-1963-40AB-9F4A-411C69C57030}">
      <dsp:nvSpPr>
        <dsp:cNvPr id="0" name=""/>
        <dsp:cNvSpPr/>
      </dsp:nvSpPr>
      <dsp:spPr>
        <a:xfrm>
          <a:off x="3880645" y="1923094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C356F-F910-4322-83DC-172769E964F8}">
      <dsp:nvSpPr>
        <dsp:cNvPr id="0" name=""/>
        <dsp:cNvSpPr/>
      </dsp:nvSpPr>
      <dsp:spPr>
        <a:xfrm>
          <a:off x="4146848" y="1923094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F0E8A-EABB-456F-BF17-703237C4FFA8}">
      <dsp:nvSpPr>
        <dsp:cNvPr id="0" name=""/>
        <dsp:cNvSpPr/>
      </dsp:nvSpPr>
      <dsp:spPr>
        <a:xfrm>
          <a:off x="4412618" y="1923094"/>
          <a:ext cx="124430" cy="124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FF64C-2631-48A5-8FC5-DE8AC8730B3C}">
      <dsp:nvSpPr>
        <dsp:cNvPr id="0" name=""/>
        <dsp:cNvSpPr/>
      </dsp:nvSpPr>
      <dsp:spPr>
        <a:xfrm>
          <a:off x="3079434" y="1601790"/>
          <a:ext cx="1458481" cy="320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رده 3←84 نفر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3079434" y="1601790"/>
        <a:ext cx="1458481" cy="3200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86400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5-1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Age</a:t>
          </a:r>
        </a:p>
      </dsp:txBody>
      <dsp:txXfrm>
        <a:off x="0" y="0"/>
        <a:ext cx="3171756" cy="864000"/>
      </dsp:txXfrm>
    </dsp:sp>
    <dsp:sp modelId="{370517C4-A58F-435D-B7C0-A2FEC1358C63}">
      <dsp:nvSpPr>
        <dsp:cNvPr id="0" name=""/>
        <dsp:cNvSpPr/>
      </dsp:nvSpPr>
      <dsp:spPr>
        <a:xfrm>
          <a:off x="1551" y="886252"/>
          <a:ext cx="3177973" cy="201757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</a:t>
          </a:r>
          <a:r>
            <a:rPr lang="en-US" sz="1700" kern="1200" baseline="-25000">
              <a:cs typeface="B Nazanin" panose="00000400000000000000" pitchFamily="2" charset="-78"/>
            </a:rPr>
            <a:t>3</a:t>
          </a:r>
          <a:r>
            <a:rPr lang="en-US" sz="1700" kern="1200">
              <a:cs typeface="B Nazanin" panose="00000400000000000000" pitchFamily="2" charset="-78"/>
            </a:rPr>
            <a:t>+1.5IQR=51+1.5(17)→76.5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</a:t>
          </a:r>
          <a:r>
            <a:rPr lang="en-US" sz="1700" kern="1200" baseline="-25000">
              <a:cs typeface="B Nazanin" panose="00000400000000000000" pitchFamily="2" charset="-78"/>
            </a:rPr>
            <a:t>1</a:t>
          </a:r>
          <a:r>
            <a:rPr lang="en-US" sz="1700" kern="1200">
              <a:cs typeface="B Nazanin" panose="00000400000000000000" pitchFamily="2" charset="-78"/>
            </a:rPr>
            <a:t>-1.5IQR= 34-1.5(17)→8.5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cs typeface="B Nazanin" panose="00000400000000000000" pitchFamily="2" charset="-78"/>
            </a:rPr>
            <a:t>با این حساب این فیلد فاقد داده پرت می‎‌باشد.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sp:txBody>
      <dsp:txXfrm>
        <a:off x="1551" y="886252"/>
        <a:ext cx="3177973" cy="20175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86400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5-6 فیلد </a:t>
          </a:r>
          <a:r>
            <a:rPr lang="en-US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PrevexP</a:t>
          </a:r>
        </a:p>
      </dsp:txBody>
      <dsp:txXfrm>
        <a:off x="0" y="0"/>
        <a:ext cx="3171756" cy="864000"/>
      </dsp:txXfrm>
    </dsp:sp>
    <dsp:sp modelId="{370517C4-A58F-435D-B7C0-A2FEC1358C63}">
      <dsp:nvSpPr>
        <dsp:cNvPr id="0" name=""/>
        <dsp:cNvSpPr/>
      </dsp:nvSpPr>
      <dsp:spPr>
        <a:xfrm>
          <a:off x="1551" y="886252"/>
          <a:ext cx="3177973" cy="201757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Q3 + 1.5 IQR = 319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Q1 - 1.5 IQR = -161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افراد با سابقه کاری قبلی بسیار طولانی به وضوح پرت در سمت بالا هستند.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551" y="886252"/>
        <a:ext cx="3177973" cy="20175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864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5-5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JobTime</a:t>
          </a:r>
        </a:p>
      </dsp:txBody>
      <dsp:txXfrm>
        <a:off x="0" y="0"/>
        <a:ext cx="3171756" cy="864000"/>
      </dsp:txXfrm>
    </dsp:sp>
    <dsp:sp modelId="{370517C4-A58F-435D-B7C0-A2FEC1358C63}">
      <dsp:nvSpPr>
        <dsp:cNvPr id="0" name=""/>
        <dsp:cNvSpPr/>
      </dsp:nvSpPr>
      <dsp:spPr>
        <a:xfrm>
          <a:off x="1551" y="886252"/>
          <a:ext cx="3177973" cy="201757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Q3 + 1.5 IQR = 117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Q1 - 1.5 IQR = 45</a:t>
          </a:r>
          <a:endParaRPr lang="en-US" sz="1700" kern="1200" dirty="0"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ar-SA" sz="1700" kern="1200">
              <a:cs typeface="B Nazanin" panose="00000400000000000000" pitchFamily="2" charset="-78"/>
            </a:rPr>
            <a:t>با این حساب این فیلد فاقد داده پرت می‎‌باشد.</a:t>
          </a:r>
          <a:endParaRPr lang="en-US" sz="1700" kern="1200" dirty="0">
            <a:cs typeface="B Nazanin" panose="00000400000000000000" pitchFamily="2" charset="-78"/>
          </a:endParaRPr>
        </a:p>
      </dsp:txBody>
      <dsp:txXfrm>
        <a:off x="1551" y="886252"/>
        <a:ext cx="3177973" cy="20175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86400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5-4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SalBegin</a:t>
          </a:r>
        </a:p>
      </dsp:txBody>
      <dsp:txXfrm>
        <a:off x="0" y="0"/>
        <a:ext cx="3171756" cy="864000"/>
      </dsp:txXfrm>
    </dsp:sp>
    <dsp:sp modelId="{370517C4-A58F-435D-B7C0-A2FEC1358C63}">
      <dsp:nvSpPr>
        <dsp:cNvPr id="0" name=""/>
        <dsp:cNvSpPr/>
      </dsp:nvSpPr>
      <dsp:spPr>
        <a:xfrm>
          <a:off x="1551" y="886252"/>
          <a:ext cx="3177973" cy="201757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Q3 + 1.5 IQR = 25,050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Q1 - 1.5 IQR = 4,890</a:t>
          </a:r>
          <a:endParaRPr lang="en-US" sz="1700" kern="1200" dirty="0"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cs typeface="B Nazanin" panose="00000400000000000000" pitchFamily="2" charset="-78"/>
            </a:rPr>
            <a:t>تعداد زیادی داده پرت در سمت بالا وجود دارد.</a:t>
          </a:r>
          <a:endParaRPr lang="en-US" sz="1700" kern="1200" dirty="0">
            <a:cs typeface="B Nazanin" panose="00000400000000000000" pitchFamily="2" charset="-78"/>
          </a:endParaRPr>
        </a:p>
      </dsp:txBody>
      <dsp:txXfrm>
        <a:off x="1551" y="886252"/>
        <a:ext cx="3177973" cy="201757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864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5-3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Salary</a:t>
          </a:r>
        </a:p>
      </dsp:txBody>
      <dsp:txXfrm>
        <a:off x="0" y="0"/>
        <a:ext cx="3171756" cy="864000"/>
      </dsp:txXfrm>
    </dsp:sp>
    <dsp:sp modelId="{370517C4-A58F-435D-B7C0-A2FEC1358C63}">
      <dsp:nvSpPr>
        <dsp:cNvPr id="0" name=""/>
        <dsp:cNvSpPr/>
      </dsp:nvSpPr>
      <dsp:spPr>
        <a:xfrm>
          <a:off x="1551" y="886252"/>
          <a:ext cx="3177973" cy="201757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Q3 + 1.5 IQR = 56,625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Q1 - 1.5 IQR = 4,425</a:t>
          </a:r>
          <a:endParaRPr lang="en-US" sz="1700" kern="1200" dirty="0"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با توجه به چولگی شدید این متغیر، بیش از %25 از داده‌ها پرت هستند.</a:t>
          </a:r>
          <a:endParaRPr lang="en-US" sz="1700" kern="1200" dirty="0">
            <a:cs typeface="B Nazanin" panose="00000400000000000000" pitchFamily="2" charset="-78"/>
          </a:endParaRPr>
        </a:p>
      </dsp:txBody>
      <dsp:txXfrm>
        <a:off x="1551" y="886252"/>
        <a:ext cx="3177973" cy="201757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89280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5-2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Educ</a:t>
          </a:r>
        </a:p>
      </dsp:txBody>
      <dsp:txXfrm>
        <a:off x="0" y="0"/>
        <a:ext cx="3171756" cy="892800"/>
      </dsp:txXfrm>
    </dsp:sp>
    <dsp:sp modelId="{370517C4-A58F-435D-B7C0-A2FEC1358C63}">
      <dsp:nvSpPr>
        <dsp:cNvPr id="0" name=""/>
        <dsp:cNvSpPr/>
      </dsp:nvSpPr>
      <dsp:spPr>
        <a:xfrm>
          <a:off x="1551" y="909573"/>
          <a:ext cx="3177973" cy="199973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</a:t>
          </a:r>
          <a:r>
            <a:rPr lang="en-US" sz="1700" kern="1200" baseline="-25000">
              <a:cs typeface="B Nazanin" panose="00000400000000000000" pitchFamily="2" charset="-78"/>
            </a:rPr>
            <a:t>3</a:t>
          </a:r>
          <a:r>
            <a:rPr lang="en-US" sz="1700" kern="1200">
              <a:cs typeface="B Nazanin" panose="00000400000000000000" pitchFamily="2" charset="-78"/>
            </a:rPr>
            <a:t> + 1.5 IQR = 19.5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en-US" sz="1700" kern="1200">
              <a:cs typeface="B Nazanin" panose="00000400000000000000" pitchFamily="2" charset="-78"/>
            </a:rPr>
            <a:t>Q</a:t>
          </a:r>
          <a:r>
            <a:rPr lang="en-US" sz="1700" kern="1200" baseline="-25000">
              <a:cs typeface="B Nazanin" panose="00000400000000000000" pitchFamily="2" charset="-78"/>
            </a:rPr>
            <a:t>1</a:t>
          </a:r>
          <a:r>
            <a:rPr lang="en-US" sz="1700" kern="1200">
              <a:cs typeface="B Nazanin" panose="00000400000000000000" pitchFamily="2" charset="-78"/>
            </a:rPr>
            <a:t> - 1.5 IQR = 7.5</a:t>
          </a: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مقادیر 20 و 21 سال پرت هستند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.</a:t>
          </a:r>
        </a:p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en-US" sz="1700" kern="1200" dirty="0">
            <a:latin typeface="+mn-lt"/>
            <a:ea typeface="+mn-ea"/>
            <a:cs typeface="B Nazanin" panose="00000400000000000000" pitchFamily="2" charset="-78"/>
          </a:endParaRPr>
        </a:p>
      </dsp:txBody>
      <dsp:txXfrm>
        <a:off x="1551" y="909573"/>
        <a:ext cx="3177973" cy="199973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28E807-8C4B-4178-BD16-659494FB7916}">
      <dsp:nvSpPr>
        <dsp:cNvPr id="0" name=""/>
        <dsp:cNvSpPr/>
      </dsp:nvSpPr>
      <dsp:spPr>
        <a:xfrm>
          <a:off x="1377276" y="0"/>
          <a:ext cx="1742239" cy="9679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Anderson-Darling</a:t>
          </a:r>
        </a:p>
      </dsp:txBody>
      <dsp:txXfrm>
        <a:off x="1405625" y="28349"/>
        <a:ext cx="1685541" cy="911212"/>
      </dsp:txXfrm>
    </dsp:sp>
    <dsp:sp modelId="{DC00FAF3-504C-45E8-9B93-4BACFD7CB465}">
      <dsp:nvSpPr>
        <dsp:cNvPr id="0" name=""/>
        <dsp:cNvSpPr/>
      </dsp:nvSpPr>
      <dsp:spPr>
        <a:xfrm>
          <a:off x="3893844" y="0"/>
          <a:ext cx="1742239" cy="96791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Shapiro-Wilk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3922193" y="28349"/>
        <a:ext cx="1685541" cy="911212"/>
      </dsp:txXfrm>
    </dsp:sp>
    <dsp:sp modelId="{44184F73-2A42-4C53-86C1-F1CD98F10B25}">
      <dsp:nvSpPr>
        <dsp:cNvPr id="0" name=""/>
        <dsp:cNvSpPr/>
      </dsp:nvSpPr>
      <dsp:spPr>
        <a:xfrm>
          <a:off x="3143713" y="4113620"/>
          <a:ext cx="725933" cy="725933"/>
        </a:xfrm>
        <a:prstGeom prst="triangle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6D545BE-CF68-4347-AC84-23D04B943967}">
      <dsp:nvSpPr>
        <dsp:cNvPr id="0" name=""/>
        <dsp:cNvSpPr/>
      </dsp:nvSpPr>
      <dsp:spPr>
        <a:xfrm rot="240000">
          <a:off x="1328216" y="3802550"/>
          <a:ext cx="4356928" cy="30466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4359A80-1D06-404E-AF4C-A0D707545ACD}">
      <dsp:nvSpPr>
        <dsp:cNvPr id="0" name=""/>
        <dsp:cNvSpPr/>
      </dsp:nvSpPr>
      <dsp:spPr>
        <a:xfrm rot="240000">
          <a:off x="3944173" y="3040810"/>
          <a:ext cx="1738373" cy="8099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حساسیت بالا به تمام نقاط توزیع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3983709" y="3080346"/>
        <a:ext cx="1659301" cy="730832"/>
      </dsp:txXfrm>
    </dsp:sp>
    <dsp:sp modelId="{FAE299FC-FD46-4ACE-BAAC-60903C6BC364}">
      <dsp:nvSpPr>
        <dsp:cNvPr id="0" name=""/>
        <dsp:cNvSpPr/>
      </dsp:nvSpPr>
      <dsp:spPr>
        <a:xfrm rot="240000">
          <a:off x="4007087" y="2169690"/>
          <a:ext cx="1738373" cy="80990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200" kern="1200">
              <a:latin typeface="Calibri" panose="020F0502020204030204"/>
              <a:ea typeface="+mn-ea"/>
              <a:cs typeface="B Nazanin" panose="00000400000000000000" pitchFamily="2" charset="-78"/>
            </a:rPr>
            <a:t>یکی از قوی‌ترین آزمون‌ها، به‌ویژه برای نمونه‌های کوچک تا متوسط</a:t>
          </a:r>
          <a:r>
            <a:rPr lang="en-US" sz="1200" kern="1200">
              <a:latin typeface="Calibri" panose="020F0502020204030204"/>
              <a:ea typeface="+mn-ea"/>
              <a:cs typeface="B Nazanin" panose="00000400000000000000" pitchFamily="2" charset="-78"/>
            </a:rPr>
            <a:t>)</a:t>
          </a:r>
          <a:r>
            <a:rPr lang="fa-IR" sz="1200" kern="1200">
              <a:latin typeface="Calibri" panose="020F0502020204030204"/>
              <a:ea typeface="+mn-ea"/>
              <a:cs typeface="B Nazanin" panose="00000400000000000000" pitchFamily="2" charset="-78"/>
            </a:rPr>
            <a:t>2000≥</a:t>
          </a:r>
          <a:r>
            <a:rPr lang="en-US" sz="1200" kern="1200">
              <a:latin typeface="Calibri" panose="020F0502020204030204"/>
              <a:ea typeface="+mn-ea"/>
              <a:cs typeface="B Nazanin" panose="00000400000000000000" pitchFamily="2" charset="-78"/>
            </a:rPr>
            <a:t>(N</a:t>
          </a:r>
          <a:endParaRPr lang="en-US" sz="12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046623" y="2209226"/>
        <a:ext cx="1659301" cy="730832"/>
      </dsp:txXfrm>
    </dsp:sp>
    <dsp:sp modelId="{AC06F76F-E1A6-4BDF-BFE6-B1F1DE5A52BD}">
      <dsp:nvSpPr>
        <dsp:cNvPr id="0" name=""/>
        <dsp:cNvSpPr/>
      </dsp:nvSpPr>
      <dsp:spPr>
        <a:xfrm rot="240000">
          <a:off x="4070001" y="1317928"/>
          <a:ext cx="1738373" cy="809904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رایج‌ترین آزمون مورد استفاده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109537" y="1357464"/>
        <a:ext cx="1659301" cy="730832"/>
      </dsp:txXfrm>
    </dsp:sp>
    <dsp:sp modelId="{F2C7BA54-5394-404E-97F7-69E68F80E261}">
      <dsp:nvSpPr>
        <dsp:cNvPr id="0" name=""/>
        <dsp:cNvSpPr/>
      </dsp:nvSpPr>
      <dsp:spPr>
        <a:xfrm rot="240000">
          <a:off x="1451803" y="2866586"/>
          <a:ext cx="1738373" cy="80990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حساسیت بالاتر به دم‌ها در توزیع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491339" y="2906122"/>
        <a:ext cx="1659301" cy="730832"/>
      </dsp:txXfrm>
    </dsp:sp>
    <dsp:sp modelId="{9FC94DC5-1574-4BA2-A3B1-52E3A4E74C23}">
      <dsp:nvSpPr>
        <dsp:cNvPr id="0" name=""/>
        <dsp:cNvSpPr/>
      </dsp:nvSpPr>
      <dsp:spPr>
        <a:xfrm rot="240000">
          <a:off x="1514717" y="1995466"/>
          <a:ext cx="1738373" cy="809904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برای نمونه با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N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بزرگتر قوی‌تر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(N≥2000)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554253" y="2035002"/>
        <a:ext cx="1659301" cy="73083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BEE7B-4E02-4990-9726-D7E2F90EC5CD}">
      <dsp:nvSpPr>
        <dsp:cNvPr id="0" name=""/>
        <dsp:cNvSpPr/>
      </dsp:nvSpPr>
      <dsp:spPr>
        <a:xfrm>
          <a:off x="4486475" y="-568848"/>
          <a:ext cx="4413557" cy="4413557"/>
        </a:xfrm>
        <a:prstGeom prst="blockArc">
          <a:avLst>
            <a:gd name="adj1" fmla="val 8100000"/>
            <a:gd name="adj2" fmla="val 13500000"/>
            <a:gd name="adj3" fmla="val 489"/>
          </a:avLst>
        </a:pr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757205-F2AA-4BAF-97AA-F3EB9AD0D024}">
      <dsp:nvSpPr>
        <dsp:cNvPr id="0" name=""/>
        <dsp:cNvSpPr/>
      </dsp:nvSpPr>
      <dsp:spPr>
        <a:xfrm>
          <a:off x="42738" y="251848"/>
          <a:ext cx="4782003" cy="503958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00017" bIns="4318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فرض </a:t>
          </a:r>
          <a:r>
            <a:rPr lang="en-US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H0</a:t>
          </a:r>
          <a:r>
            <a:rPr lang="fa-IR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← توزیع نرمال است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2738" y="251848"/>
        <a:ext cx="4782003" cy="503958"/>
      </dsp:txXfrm>
    </dsp:sp>
    <dsp:sp modelId="{D0FA6AA6-46A8-4B1C-AEB3-EDC19B5BED24}">
      <dsp:nvSpPr>
        <dsp:cNvPr id="0" name=""/>
        <dsp:cNvSpPr/>
      </dsp:nvSpPr>
      <dsp:spPr>
        <a:xfrm>
          <a:off x="4509768" y="188853"/>
          <a:ext cx="629948" cy="6299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90F6E73-6134-4097-94F5-1507782E32ED}">
      <dsp:nvSpPr>
        <dsp:cNvPr id="0" name=""/>
        <dsp:cNvSpPr/>
      </dsp:nvSpPr>
      <dsp:spPr>
        <a:xfrm>
          <a:off x="42738" y="1007916"/>
          <a:ext cx="4493072" cy="503958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3333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13333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3333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00017" bIns="4318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فرض </a:t>
          </a:r>
          <a:r>
            <a:rPr lang="en-US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Ha</a:t>
          </a:r>
          <a:r>
            <a:rPr lang="fa-IR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← توزیع نرمال نیست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2738" y="1007916"/>
        <a:ext cx="4493072" cy="503958"/>
      </dsp:txXfrm>
    </dsp:sp>
    <dsp:sp modelId="{C684186F-4951-43F7-BE8F-9E97624D60E3}">
      <dsp:nvSpPr>
        <dsp:cNvPr id="0" name=""/>
        <dsp:cNvSpPr/>
      </dsp:nvSpPr>
      <dsp:spPr>
        <a:xfrm>
          <a:off x="4220837" y="944922"/>
          <a:ext cx="629948" cy="6299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84B4366-B58B-434D-8176-6C63B548221E}">
      <dsp:nvSpPr>
        <dsp:cNvPr id="0" name=""/>
        <dsp:cNvSpPr/>
      </dsp:nvSpPr>
      <dsp:spPr>
        <a:xfrm>
          <a:off x="42738" y="1763985"/>
          <a:ext cx="4493072" cy="503958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6667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6667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6667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400017" bIns="3556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4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P-Value&lt;</a:t>
          </a:r>
          <a14:m xmlns:a14="http://schemas.microsoft.com/office/drawing/2010/main">
            <m:oMath xmlns:m="http://schemas.openxmlformats.org/officeDocument/2006/math">
              <m:r>
                <a:rPr lang="en-US" sz="1400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B Nazanin" panose="00000400000000000000" pitchFamily="2" charset="-78"/>
                </a:rPr>
                <m:t>𝛼</m:t>
              </m:r>
            </m:oMath>
          </a14:m>
          <a:r>
            <a:rPr lang="en-US" sz="14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</a:t>
          </a:r>
          <a14:m xmlns:a14="http://schemas.microsoft.com/office/drawing/2010/main">
            <m:oMath xmlns:m="http://schemas.openxmlformats.org/officeDocument/2006/math">
              <m:r>
                <a:rPr lang="en-US" sz="1400" kern="1200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B Nazanin" panose="00000400000000000000" pitchFamily="2" charset="-78"/>
                </a:rPr>
                <m:t>=</m:t>
              </m:r>
              <m:r>
                <a:rPr lang="en-US" sz="1400" kern="1200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B Nazanin" panose="00000400000000000000" pitchFamily="2" charset="-78"/>
                </a:rPr>
                <m:t>0</m:t>
              </m:r>
              <m:r>
                <a:rPr lang="en-US" sz="1400" kern="1200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B Nazanin" panose="00000400000000000000" pitchFamily="2" charset="-78"/>
                </a:rPr>
                <m:t>.</m:t>
              </m:r>
              <m:r>
                <a:rPr lang="en-US" sz="1400" kern="1200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B Nazanin" panose="00000400000000000000" pitchFamily="2" charset="-78"/>
                </a:rPr>
                <m:t>05</m:t>
              </m:r>
              <m:r>
                <a:rPr lang="en-US" sz="1400" kern="1200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B Nazanin" panose="00000400000000000000" pitchFamily="2" charset="-78"/>
                </a:rPr>
                <m:t>)</m:t>
              </m:r>
            </m:oMath>
          </a14:m>
          <a:r>
            <a:rPr lang="fa-IR" sz="14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← قبول فرض </a:t>
          </a:r>
          <a:r>
            <a:rPr lang="en-US" sz="14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Ha</a:t>
          </a:r>
          <a:r>
            <a:rPr lang="fa-IR" sz="14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رد نرمال بودن توزیع</a:t>
          </a:r>
          <a:endParaRPr lang="en-US" sz="14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2738" y="1763985"/>
        <a:ext cx="4493072" cy="503958"/>
      </dsp:txXfrm>
    </dsp:sp>
    <dsp:sp modelId="{19CFBD71-A89D-4399-8BEC-9367F997255F}">
      <dsp:nvSpPr>
        <dsp:cNvPr id="0" name=""/>
        <dsp:cNvSpPr/>
      </dsp:nvSpPr>
      <dsp:spPr>
        <a:xfrm>
          <a:off x="4220837" y="1700990"/>
          <a:ext cx="629948" cy="6299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6AFA0B-3C64-4A65-9E53-249048FEF66F}">
      <dsp:nvSpPr>
        <dsp:cNvPr id="0" name=""/>
        <dsp:cNvSpPr/>
      </dsp:nvSpPr>
      <dsp:spPr>
        <a:xfrm>
          <a:off x="42738" y="2458498"/>
          <a:ext cx="4782003" cy="627070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400017" bIns="3556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4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این دو آزمون آزمون‌های به کار گرفته شده در این پروژه می‌باشند و آزمون‌های دیگری هم برای بررسی نرمال بودن وجود دارند</a:t>
          </a:r>
          <a:endParaRPr lang="en-US" sz="14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2738" y="2458498"/>
        <a:ext cx="4782003" cy="627070"/>
      </dsp:txXfrm>
    </dsp:sp>
    <dsp:sp modelId="{8603B854-3FEB-4E39-85D2-64078CB1E90C}">
      <dsp:nvSpPr>
        <dsp:cNvPr id="0" name=""/>
        <dsp:cNvSpPr/>
      </dsp:nvSpPr>
      <dsp:spPr>
        <a:xfrm>
          <a:off x="4509768" y="2457059"/>
          <a:ext cx="629948" cy="6299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28E807-8C4B-4178-BD16-659494FB7916}">
      <dsp:nvSpPr>
        <dsp:cNvPr id="0" name=""/>
        <dsp:cNvSpPr/>
      </dsp:nvSpPr>
      <dsp:spPr>
        <a:xfrm>
          <a:off x="1377276" y="0"/>
          <a:ext cx="1742239" cy="9679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PP Plot </a:t>
          </a:r>
          <a:b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</a:br>
          <a:r>
            <a:rPr lang="en-US" sz="1100" kern="1200">
              <a:latin typeface="Calibri" panose="020F0502020204030204"/>
              <a:ea typeface="+mn-ea"/>
              <a:cs typeface="B Nazanin" panose="00000400000000000000" pitchFamily="2" charset="-78"/>
            </a:rPr>
            <a:t>(Probability-Probability  Plot)</a:t>
          </a:r>
          <a:endParaRPr lang="en-US" sz="11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405625" y="28349"/>
        <a:ext cx="1685541" cy="911212"/>
      </dsp:txXfrm>
    </dsp:sp>
    <dsp:sp modelId="{DC00FAF3-504C-45E8-9B93-4BACFD7CB465}">
      <dsp:nvSpPr>
        <dsp:cNvPr id="0" name=""/>
        <dsp:cNvSpPr/>
      </dsp:nvSpPr>
      <dsp:spPr>
        <a:xfrm>
          <a:off x="3893844" y="0"/>
          <a:ext cx="1742239" cy="96791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QQ Plot</a:t>
          </a:r>
          <a:br>
            <a:rPr lang="fa-IR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</a:br>
          <a:r>
            <a:rPr lang="en-US" sz="11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(Quantile-Quantile Plot)</a:t>
          </a:r>
        </a:p>
      </dsp:txBody>
      <dsp:txXfrm>
        <a:off x="3922193" y="28349"/>
        <a:ext cx="1685541" cy="911212"/>
      </dsp:txXfrm>
    </dsp:sp>
    <dsp:sp modelId="{44184F73-2A42-4C53-86C1-F1CD98F10B25}">
      <dsp:nvSpPr>
        <dsp:cNvPr id="0" name=""/>
        <dsp:cNvSpPr/>
      </dsp:nvSpPr>
      <dsp:spPr>
        <a:xfrm>
          <a:off x="3143713" y="4113620"/>
          <a:ext cx="725933" cy="725933"/>
        </a:xfrm>
        <a:prstGeom prst="triangle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A9DF816-6E6D-453F-A061-10E5A4B57624}">
      <dsp:nvSpPr>
        <dsp:cNvPr id="0" name=""/>
        <dsp:cNvSpPr/>
      </dsp:nvSpPr>
      <dsp:spPr>
        <a:xfrm rot="240000">
          <a:off x="1328216" y="3802550"/>
          <a:ext cx="4356928" cy="30466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E8B419F-2EF7-4D39-9A54-31C6EE301792}">
      <dsp:nvSpPr>
        <dsp:cNvPr id="0" name=""/>
        <dsp:cNvSpPr/>
      </dsp:nvSpPr>
      <dsp:spPr>
        <a:xfrm rot="240000">
          <a:off x="3944173" y="3040810"/>
          <a:ext cx="1738373" cy="8099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حساسیت بیشتر بر انحرافات در دم‌ها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3983709" y="3080346"/>
        <a:ext cx="1659301" cy="730832"/>
      </dsp:txXfrm>
    </dsp:sp>
    <dsp:sp modelId="{E99B0BF6-64D1-4D27-BF97-475CC92BF1E4}">
      <dsp:nvSpPr>
        <dsp:cNvPr id="0" name=""/>
        <dsp:cNvSpPr/>
      </dsp:nvSpPr>
      <dsp:spPr>
        <a:xfrm rot="240000">
          <a:off x="4007087" y="2169690"/>
          <a:ext cx="1738373" cy="80990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200" kern="1200">
              <a:latin typeface="Calibri" panose="020F0502020204030204"/>
              <a:ea typeface="+mn-ea"/>
              <a:cs typeface="B Nazanin" panose="00000400000000000000" pitchFamily="2" charset="-78"/>
            </a:rPr>
            <a:t>اگر انحراف نقاط از خط مستقیم←وجود چولگی/داده پرت</a:t>
          </a:r>
          <a:endParaRPr lang="en-US" sz="12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046623" y="2209226"/>
        <a:ext cx="1659301" cy="730832"/>
      </dsp:txXfrm>
    </dsp:sp>
    <dsp:sp modelId="{8C72567C-3CE3-48BB-8960-AC2DEC5B6EA9}">
      <dsp:nvSpPr>
        <dsp:cNvPr id="0" name=""/>
        <dsp:cNvSpPr/>
      </dsp:nvSpPr>
      <dsp:spPr>
        <a:xfrm rot="240000">
          <a:off x="4070001" y="1317928"/>
          <a:ext cx="1738373" cy="809904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2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بسیار پرکاربرد، به خصوص در بررسی متغیرها با داده پرت زیاد</a:t>
          </a:r>
          <a:endParaRPr lang="en-US" sz="12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109537" y="1357464"/>
        <a:ext cx="1659301" cy="730832"/>
      </dsp:txXfrm>
    </dsp:sp>
    <dsp:sp modelId="{1D32A745-BB66-45CE-B693-89DAF93D4734}">
      <dsp:nvSpPr>
        <dsp:cNvPr id="0" name=""/>
        <dsp:cNvSpPr/>
      </dsp:nvSpPr>
      <dsp:spPr>
        <a:xfrm rot="240000">
          <a:off x="1451803" y="2866586"/>
          <a:ext cx="1738373" cy="80990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حساسیت بیشتر بر انحرافات مرکز توزیع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491339" y="2906122"/>
        <a:ext cx="1659301" cy="730832"/>
      </dsp:txXfrm>
    </dsp:sp>
    <dsp:sp modelId="{5A761578-7782-43A9-AEFE-D74339A08069}">
      <dsp:nvSpPr>
        <dsp:cNvPr id="0" name=""/>
        <dsp:cNvSpPr/>
      </dsp:nvSpPr>
      <dsp:spPr>
        <a:xfrm rot="240000">
          <a:off x="1514717" y="1995466"/>
          <a:ext cx="1738373" cy="809904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400" kern="1200">
              <a:latin typeface="Calibri" panose="020F0502020204030204"/>
              <a:ea typeface="+mn-ea"/>
              <a:cs typeface="B Nazanin" panose="00000400000000000000" pitchFamily="2" charset="-78"/>
            </a:rPr>
            <a:t>احتمال تجمعی مشاهده شده در برابر احتمال تجمعی نظری نرمال</a:t>
          </a:r>
          <a:endParaRPr lang="en-US" sz="14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554253" y="2035002"/>
        <a:ext cx="1659301" cy="73083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BEE7B-4E02-4990-9726-D7E2F90EC5CD}">
      <dsp:nvSpPr>
        <dsp:cNvPr id="0" name=""/>
        <dsp:cNvSpPr/>
      </dsp:nvSpPr>
      <dsp:spPr>
        <a:xfrm>
          <a:off x="4486475" y="-568848"/>
          <a:ext cx="4413557" cy="4413557"/>
        </a:xfrm>
        <a:prstGeom prst="blockArc">
          <a:avLst>
            <a:gd name="adj1" fmla="val 8100000"/>
            <a:gd name="adj2" fmla="val 13500000"/>
            <a:gd name="adj3" fmla="val 489"/>
          </a:avLst>
        </a:pr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757205-F2AA-4BAF-97AA-F3EB9AD0D024}">
      <dsp:nvSpPr>
        <dsp:cNvPr id="0" name=""/>
        <dsp:cNvSpPr/>
      </dsp:nvSpPr>
      <dsp:spPr>
        <a:xfrm>
          <a:off x="42738" y="327586"/>
          <a:ext cx="4697486" cy="65517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520043" bIns="4318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QQ Plot</a:t>
          </a:r>
          <a:r>
            <a:rPr lang="fa-IR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ارجح‌ترین ابزار برای بررسی نرمال بودن توزیع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2738" y="327586"/>
        <a:ext cx="4697486" cy="655172"/>
      </dsp:txXfrm>
    </dsp:sp>
    <dsp:sp modelId="{D0FA6AA6-46A8-4B1C-AEB3-EDC19B5BED24}">
      <dsp:nvSpPr>
        <dsp:cNvPr id="0" name=""/>
        <dsp:cNvSpPr/>
      </dsp:nvSpPr>
      <dsp:spPr>
        <a:xfrm>
          <a:off x="4330742" y="245689"/>
          <a:ext cx="818965" cy="8189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90F6E73-6134-4097-94F5-1507782E32ED}">
      <dsp:nvSpPr>
        <dsp:cNvPr id="0" name=""/>
        <dsp:cNvSpPr/>
      </dsp:nvSpPr>
      <dsp:spPr>
        <a:xfrm>
          <a:off x="42738" y="1310344"/>
          <a:ext cx="4459331" cy="65517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0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520043" bIns="4318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انحراف نقاط از نقاط اصلی←نرمال نبودن متغیر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2738" y="1310344"/>
        <a:ext cx="4459331" cy="655172"/>
      </dsp:txXfrm>
    </dsp:sp>
    <dsp:sp modelId="{C684186F-4951-43F7-BE8F-9E97624D60E3}">
      <dsp:nvSpPr>
        <dsp:cNvPr id="0" name=""/>
        <dsp:cNvSpPr/>
      </dsp:nvSpPr>
      <dsp:spPr>
        <a:xfrm>
          <a:off x="4092587" y="1228447"/>
          <a:ext cx="818965" cy="8189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84B4366-B58B-434D-8176-6C63B548221E}">
      <dsp:nvSpPr>
        <dsp:cNvPr id="0" name=""/>
        <dsp:cNvSpPr/>
      </dsp:nvSpPr>
      <dsp:spPr>
        <a:xfrm>
          <a:off x="42738" y="2293102"/>
          <a:ext cx="4697486" cy="65517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520043" bIns="43180" numCol="1" spcCol="1270" anchor="ctr" anchorCtr="0">
          <a:noAutofit/>
        </a:bodyPr>
        <a:lstStyle/>
        <a:p>
          <a:pPr marL="171450" lvl="1" indent="-171450" algn="ct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a-IR" sz="1700" kern="1200" dirty="0">
              <a:solidFill>
                <a:schemeClr val="tx1"/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بررسی تطابق نقاط با نقاط اصلی(نرمال) مدنظر می‌باشد</a:t>
          </a:r>
          <a:endParaRPr lang="en-US" sz="1700" kern="1200" dirty="0">
            <a:solidFill>
              <a:schemeClr val="tx1"/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42738" y="2293102"/>
        <a:ext cx="4697486" cy="655172"/>
      </dsp:txXfrm>
    </dsp:sp>
    <dsp:sp modelId="{19CFBD71-A89D-4399-8BEC-9367F997255F}">
      <dsp:nvSpPr>
        <dsp:cNvPr id="0" name=""/>
        <dsp:cNvSpPr/>
      </dsp:nvSpPr>
      <dsp:spPr>
        <a:xfrm>
          <a:off x="4330742" y="2211206"/>
          <a:ext cx="818965" cy="8189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9792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a-IR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6-6 فیلد </a:t>
          </a:r>
          <a:r>
            <a:rPr lang="en-US" sz="1700" kern="1200" dirty="0">
              <a:latin typeface="Calibri" panose="020F0502020204030204"/>
              <a:ea typeface="+mn-ea"/>
              <a:cs typeface="B Nazanin" panose="00000400000000000000" pitchFamily="2" charset="-78"/>
            </a:rPr>
            <a:t>PrevexP</a:t>
          </a:r>
        </a:p>
      </dsp:txBody>
      <dsp:txXfrm>
        <a:off x="0" y="0"/>
        <a:ext cx="3171756" cy="979200"/>
      </dsp:txXfrm>
    </dsp:sp>
    <dsp:sp modelId="{370517C4-A58F-435D-B7C0-A2FEC1358C63}">
      <dsp:nvSpPr>
        <dsp:cNvPr id="0" name=""/>
        <dsp:cNvSpPr/>
      </dsp:nvSpPr>
      <dsp:spPr>
        <a:xfrm>
          <a:off x="1551" y="996007"/>
          <a:ext cx="3177973" cy="191326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چولگی بالا و کشیدگی مثبت، افراد با تجربه کاری کم بیشتر می‌باشند.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551" y="996007"/>
        <a:ext cx="3177973" cy="191326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97920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6-5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JobTime</a:t>
          </a:r>
        </a:p>
      </dsp:txBody>
      <dsp:txXfrm>
        <a:off x="0" y="0"/>
        <a:ext cx="3171756" cy="979200"/>
      </dsp:txXfrm>
    </dsp:sp>
    <dsp:sp modelId="{370517C4-A58F-435D-B7C0-A2FEC1358C63}">
      <dsp:nvSpPr>
        <dsp:cNvPr id="0" name=""/>
        <dsp:cNvSpPr/>
      </dsp:nvSpPr>
      <dsp:spPr>
        <a:xfrm>
          <a:off x="1551" y="996007"/>
          <a:ext cx="3177973" cy="191326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مقدار چولگی و کشیدگی این متغیر، شکل توزیع متقارن به نظر می‌رسد.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551" y="996007"/>
        <a:ext cx="3177973" cy="191326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97920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6-4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SalBegin</a:t>
          </a:r>
        </a:p>
      </dsp:txBody>
      <dsp:txXfrm>
        <a:off x="0" y="0"/>
        <a:ext cx="3171756" cy="979200"/>
      </dsp:txXfrm>
    </dsp:sp>
    <dsp:sp modelId="{370517C4-A58F-435D-B7C0-A2FEC1358C63}">
      <dsp:nvSpPr>
        <dsp:cNvPr id="0" name=""/>
        <dsp:cNvSpPr/>
      </dsp:nvSpPr>
      <dsp:spPr>
        <a:xfrm>
          <a:off x="1551" y="996007"/>
          <a:ext cx="3177973" cy="191326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دارای بیشترین چولگی و انحراف از نرمال بودن 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551" y="996007"/>
        <a:ext cx="3177973" cy="191326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97920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6-3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Salary</a:t>
          </a:r>
        </a:p>
      </dsp:txBody>
      <dsp:txXfrm>
        <a:off x="0" y="0"/>
        <a:ext cx="3171756" cy="979200"/>
      </dsp:txXfrm>
    </dsp:sp>
    <dsp:sp modelId="{370517C4-A58F-435D-B7C0-A2FEC1358C63}">
      <dsp:nvSpPr>
        <dsp:cNvPr id="0" name=""/>
        <dsp:cNvSpPr/>
      </dsp:nvSpPr>
      <dsp:spPr>
        <a:xfrm>
          <a:off x="1551" y="996007"/>
          <a:ext cx="3177973" cy="191326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توزیع بسیار تیز و چولگی شدید، این 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551" y="996007"/>
        <a:ext cx="3177973" cy="191326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9792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6-2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Educ</a:t>
          </a:r>
        </a:p>
      </dsp:txBody>
      <dsp:txXfrm>
        <a:off x="0" y="0"/>
        <a:ext cx="3171756" cy="979200"/>
      </dsp:txXfrm>
    </dsp:sp>
    <dsp:sp modelId="{370517C4-A58F-435D-B7C0-A2FEC1358C63}">
      <dsp:nvSpPr>
        <dsp:cNvPr id="0" name=""/>
        <dsp:cNvSpPr/>
      </dsp:nvSpPr>
      <dsp:spPr>
        <a:xfrm>
          <a:off x="1551" y="996007"/>
          <a:ext cx="3177973" cy="191326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مقدار چولگی و کشیدگی این متغیر، شکل توزیع متقارن به نظر می‌رسد.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551" y="996007"/>
        <a:ext cx="3177973" cy="191326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592E-D718-4BF5-A090-354A93A68C00}">
      <dsp:nvSpPr>
        <dsp:cNvPr id="0" name=""/>
        <dsp:cNvSpPr/>
      </dsp:nvSpPr>
      <dsp:spPr>
        <a:xfrm>
          <a:off x="0" y="0"/>
          <a:ext cx="3171756" cy="97920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>
              <a:latin typeface="+mn-lt"/>
              <a:ea typeface="+mn-ea"/>
              <a:cs typeface="B Nazanin" panose="00000400000000000000" pitchFamily="2" charset="-78"/>
            </a:rPr>
            <a:t>6-1 فیلد </a:t>
          </a:r>
          <a:r>
            <a:rPr lang="en-US" sz="1700" kern="1200" dirty="0">
              <a:latin typeface="+mn-lt"/>
              <a:ea typeface="+mn-ea"/>
              <a:cs typeface="B Nazanin" panose="00000400000000000000" pitchFamily="2" charset="-78"/>
            </a:rPr>
            <a:t>Age</a:t>
          </a:r>
        </a:p>
      </dsp:txBody>
      <dsp:txXfrm>
        <a:off x="0" y="0"/>
        <a:ext cx="3171756" cy="979200"/>
      </dsp:txXfrm>
    </dsp:sp>
    <dsp:sp modelId="{370517C4-A58F-435D-B7C0-A2FEC1358C63}">
      <dsp:nvSpPr>
        <dsp:cNvPr id="0" name=""/>
        <dsp:cNvSpPr/>
      </dsp:nvSpPr>
      <dsp:spPr>
        <a:xfrm>
          <a:off x="1551" y="996007"/>
          <a:ext cx="3177973" cy="191326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خروجی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نمودارهای </a:t>
          </a:r>
          <a:r>
            <a:rPr lang="en-US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QQ Plot , PP Plot</a:t>
          </a: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 و نتیجه آزمون‌های (تست نرمال)←متغیر نرمال نمی‌باشد.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55650" rt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Å"/>
          </a:pPr>
          <a:r>
            <a:rPr lang="fa-IR" sz="1700" kern="1200">
              <a:latin typeface="Calibri" panose="020F0502020204030204"/>
              <a:ea typeface="+mn-ea"/>
              <a:cs typeface="B Nazanin" panose="00000400000000000000" pitchFamily="2" charset="-78"/>
            </a:rPr>
            <a:t>با توجه به چولگی متمایل به راست، کارمندان جوان بیشتر می‌باشند.</a:t>
          </a:r>
          <a:endParaRPr lang="en-US" sz="1700" kern="1200" dirty="0"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1551" y="996007"/>
        <a:ext cx="3177973" cy="191326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B4AE5-1AA4-4988-92E9-A754840AC65A}">
      <dsp:nvSpPr>
        <dsp:cNvPr id="0" name=""/>
        <dsp:cNvSpPr/>
      </dsp:nvSpPr>
      <dsp:spPr>
        <a:xfrm>
          <a:off x="0" y="0"/>
          <a:ext cx="10515600" cy="3200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cs typeface="B Titr" panose="00000700000000000000" pitchFamily="2" charset="-78"/>
            </a:rPr>
            <a:t>مقدمه</a:t>
          </a:r>
          <a:endParaRPr lang="en-US" sz="1800" kern="1200" dirty="0"/>
        </a:p>
      </dsp:txBody>
      <dsp:txXfrm>
        <a:off x="15623" y="15623"/>
        <a:ext cx="10484354" cy="288797"/>
      </dsp:txXfrm>
    </dsp:sp>
    <dsp:sp modelId="{0BD7778F-8F72-4A1A-84BE-02B660DF9745}">
      <dsp:nvSpPr>
        <dsp:cNvPr id="0" name=""/>
        <dsp:cNvSpPr/>
      </dsp:nvSpPr>
      <dsp:spPr>
        <a:xfrm>
          <a:off x="0" y="283906"/>
          <a:ext cx="10515600" cy="2594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71450" lvl="1" indent="-171450" algn="r" defTabSz="75565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700" kern="1200" dirty="0">
              <a:cs typeface="B Nazanin" panose="00000400000000000000" pitchFamily="2" charset="-78"/>
            </a:rPr>
            <a:t>برای بررسی همبستگی</a:t>
          </a:r>
          <a:r>
            <a:rPr lang="en-US" sz="1700" kern="1200" dirty="0">
              <a:cs typeface="B Nazanin" panose="00000400000000000000" pitchFamily="2" charset="-78"/>
            </a:rPr>
            <a:t>(Correlation)</a:t>
          </a:r>
          <a:r>
            <a:rPr lang="fa-IR" sz="1700" kern="1200" dirty="0">
              <a:cs typeface="B Nazanin" panose="00000400000000000000" pitchFamily="2" charset="-78"/>
            </a:rPr>
            <a:t> و ارتباط بین متغیرها،</a:t>
          </a:r>
          <a:r>
            <a:rPr lang="en-US" sz="1700" kern="1200" dirty="0">
              <a:cs typeface="B Nazanin" panose="00000400000000000000" pitchFamily="2" charset="-78"/>
            </a:rPr>
            <a:t> </a:t>
          </a:r>
          <a:r>
            <a:rPr lang="fa-IR" sz="1700" kern="1200" dirty="0">
              <a:cs typeface="B Nazanin" panose="00000400000000000000" pitchFamily="2" charset="-78"/>
            </a:rPr>
            <a:t>انتخاب نوع آزمون‌ها به ماهیت متغیرها(کیفی یا کمی)، نرمال بودن(یا نبودن) و توزیع داده‌ها بستگی دارد. با این توصیف، ابتدا باید وضعیت نرمال بودن متغیرها مشخص بشود. با توجه به نتیجه بررسی و تست نرمال متغیرها</a:t>
          </a:r>
          <a:r>
            <a:rPr lang="en-US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(Normality Test)</a:t>
          </a:r>
          <a: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</a:t>
          </a:r>
          <a:r>
            <a:rPr lang="fa-IR" sz="1700" kern="1200" dirty="0">
              <a:cs typeface="B Nazanin" panose="00000400000000000000" pitchFamily="2" charset="-78"/>
            </a:rPr>
            <a:t>در این دیتاست، تمامی متغیرهای کمی</a:t>
          </a:r>
          <a:r>
            <a:rPr lang="en-US" sz="1700" kern="1200" dirty="0">
              <a:cs typeface="B Nazanin" panose="00000400000000000000" pitchFamily="2" charset="-78"/>
            </a:rPr>
            <a:t>(Quantitative Variables)</a:t>
          </a:r>
          <a:r>
            <a:rPr lang="fa-IR" sz="1700" kern="1200" dirty="0">
              <a:cs typeface="B Nazanin" panose="00000400000000000000" pitchFamily="2" charset="-78"/>
            </a:rPr>
            <a:t> از نوع غیرنرمال هستند. با مشخص شدن وضعیت توزیع، روش قابل اجرا با دقت بالاتر و خطای نوع</a:t>
          </a:r>
          <a:r>
            <a:rPr lang="en-US" sz="1700" kern="1200" dirty="0">
              <a:cs typeface="B Nazanin" panose="00000400000000000000" pitchFamily="2" charset="-78"/>
            </a:rPr>
            <a:t> (</a:t>
          </a:r>
          <a:r>
            <a:rPr lang="el-GR" sz="1700" kern="1200" dirty="0">
              <a:latin typeface="Abadi" panose="020F0502020204030204" pitchFamily="34" charset="0"/>
              <a:cs typeface="B Nazanin" panose="00000400000000000000" pitchFamily="2" charset="-78"/>
            </a:rPr>
            <a:t>α</a:t>
          </a:r>
          <a:r>
            <a:rPr lang="en-US" sz="1700" kern="1200" dirty="0">
              <a:latin typeface="Abadi" panose="020F0502020204030204" pitchFamily="34" charset="0"/>
              <a:cs typeface="B Nazanin" panose="00000400000000000000" pitchFamily="2" charset="-78"/>
            </a:rPr>
            <a:t> Error)</a:t>
          </a:r>
          <a:r>
            <a:rPr lang="en-US" sz="1700" kern="1200" dirty="0">
              <a:cs typeface="B Nazanin" panose="00000400000000000000" pitchFamily="2" charset="-78"/>
            </a:rPr>
            <a:t>I</a:t>
          </a:r>
          <a:r>
            <a:rPr lang="fa-IR" sz="1700" kern="1200" dirty="0">
              <a:cs typeface="B Nazanin" panose="00000400000000000000" pitchFamily="2" charset="-78"/>
            </a:rPr>
            <a:t>پایین‌تر، به کار بردن آزمون‌های ناپارامتری</a:t>
          </a:r>
          <a:r>
            <a:rPr lang="en-US" sz="1700" kern="1200" dirty="0">
              <a:cs typeface="B Nazanin" panose="00000400000000000000" pitchFamily="2" charset="-78"/>
            </a:rPr>
            <a:t>(Nonparametric Tests)</a:t>
          </a:r>
          <a:r>
            <a:rPr lang="fa-IR" sz="1700" kern="1200" dirty="0">
              <a:cs typeface="B Nazanin" panose="00000400000000000000" pitchFamily="2" charset="-78"/>
            </a:rPr>
            <a:t> می‌باشد. در ادامه به ارزیابی و بررسی آزمون‌های ناپارامتری موجود در اکسل(افزونه </a:t>
          </a:r>
          <a:r>
            <a:rPr lang="en-US" sz="1700" kern="1200" dirty="0">
              <a:cs typeface="B Nazanin" panose="00000400000000000000" pitchFamily="2" charset="-78"/>
            </a:rPr>
            <a:t>Xlstat</a:t>
          </a:r>
          <a:r>
            <a:rPr lang="fa-IR" sz="1700" kern="1200" dirty="0">
              <a:cs typeface="B Nazanin" panose="00000400000000000000" pitchFamily="2" charset="-78"/>
            </a:rPr>
            <a:t>) خواهیم پرداخت؛ و بعد در پیشبرد گام هفتم پروژه آن‌ها را به کار خواهیم بست.</a:t>
          </a:r>
          <a:endParaRPr lang="en-US" sz="1700" kern="1200" dirty="0">
            <a:cs typeface="B Nazanin" panose="00000400000000000000" pitchFamily="2" charset="-78"/>
          </a:endParaRPr>
        </a:p>
      </dsp:txBody>
      <dsp:txXfrm>
        <a:off x="0" y="283906"/>
        <a:ext cx="10515600" cy="2594428"/>
      </dsp:txXfrm>
    </dsp:sp>
    <dsp:sp modelId="{321B50FA-8535-4E2D-B5C9-5A6ABCFAF298}">
      <dsp:nvSpPr>
        <dsp:cNvPr id="0" name=""/>
        <dsp:cNvSpPr/>
      </dsp:nvSpPr>
      <dsp:spPr>
        <a:xfrm>
          <a:off x="0" y="2747953"/>
          <a:ext cx="10515600" cy="3200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latin typeface="Calibri" panose="020F0502020204030204"/>
              <a:ea typeface="+mn-ea"/>
              <a:cs typeface="B Titr" panose="00000700000000000000" pitchFamily="2" charset="-78"/>
            </a:rPr>
            <a:t>ارزیابی آزمون‌ها</a:t>
          </a:r>
          <a:endParaRPr lang="en-US" sz="1800" kern="1200" dirty="0">
            <a:latin typeface="Calibri" panose="020F0502020204030204"/>
            <a:ea typeface="+mn-ea"/>
            <a:cs typeface="B Titr" panose="00000700000000000000" pitchFamily="2" charset="-78"/>
          </a:endParaRPr>
        </a:p>
      </dsp:txBody>
      <dsp:txXfrm>
        <a:off x="15623" y="2763576"/>
        <a:ext cx="10484354" cy="288797"/>
      </dsp:txXfrm>
    </dsp:sp>
    <dsp:sp modelId="{92014DD7-6804-4B70-A554-2D9D38093523}">
      <dsp:nvSpPr>
        <dsp:cNvPr id="0" name=""/>
        <dsp:cNvSpPr/>
      </dsp:nvSpPr>
      <dsp:spPr>
        <a:xfrm>
          <a:off x="0" y="3324955"/>
          <a:ext cx="10515600" cy="264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71450" lvl="1" indent="-171450" algn="r" defTabSz="755650" rtl="1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None/>
          </a:pP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br>
            <a:rPr lang="fa-I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0" y="3324955"/>
        <a:ext cx="10515600" cy="264960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B4AE5-1AA4-4988-92E9-A754840AC65A}">
      <dsp:nvSpPr>
        <dsp:cNvPr id="0" name=""/>
        <dsp:cNvSpPr/>
      </dsp:nvSpPr>
      <dsp:spPr>
        <a:xfrm>
          <a:off x="0" y="0"/>
          <a:ext cx="10515600" cy="31651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cs typeface="B Titr" panose="00000700000000000000" pitchFamily="2" charset="-78"/>
            </a:rPr>
            <a:t>مقدمه</a:t>
          </a:r>
          <a:endParaRPr lang="en-US" sz="1800" kern="1200" dirty="0"/>
        </a:p>
      </dsp:txBody>
      <dsp:txXfrm>
        <a:off x="15451" y="15451"/>
        <a:ext cx="10484698" cy="285609"/>
      </dsp:txXfrm>
    </dsp:sp>
    <dsp:sp modelId="{0BD7778F-8F72-4A1A-84BE-02B660DF9745}">
      <dsp:nvSpPr>
        <dsp:cNvPr id="0" name=""/>
        <dsp:cNvSpPr/>
      </dsp:nvSpPr>
      <dsp:spPr>
        <a:xfrm>
          <a:off x="0" y="323134"/>
          <a:ext cx="10515600" cy="5810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r" defTabSz="71120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600" kern="1200" dirty="0">
              <a:cs typeface="B Nazanin" panose="00000400000000000000" pitchFamily="2" charset="-78"/>
            </a:rPr>
            <a:t>در گام هشتم پروژه، برای بررسی تاثیر متغیرهای مستقل بر سطوح توزیع متغیر وابسته</a:t>
          </a:r>
          <a:r>
            <a:rPr lang="en-US" sz="1600" kern="1200" dirty="0">
              <a:cs typeface="B Nazanin" panose="00000400000000000000" pitchFamily="2" charset="-78"/>
            </a:rPr>
            <a:t>(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Salary)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؛ اینکه چه عواملی بر حقوق دریافتی کارمندان اثر می‌گذارد؛ مدل رگرسیونی تعریف نمودیم. با توجه به اینکه متغیر وابسته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Salary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، دارای توزیع غیرنرمال و چولگی مثبت می‌باشد، و با وجود سعی بر نرمال سازی با استفاده از تابع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=LN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در اکسل و ایجاد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Log(Salary)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، مجدد شکل توزیع غیرنرمال باقی ماند؛ بایستی مدلی به کار برده شود که کمترین تاثیری را از نوع توزیع بپذیرد و در برابر داده‌های پرت مقاوم باشد. با این توصیف مدل قابل استفاده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Quantile Regression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به جای مدل رگرسیون خطی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(OLS)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می‌باشد.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1120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سه کوآنتایل 0.25 ، 0.5(میانه) ، 0.75 برای پیشبرد مدل انتخاب شدند تا امکان بررسی و تحلیل برای سه سطح درآمدی(پایین، متوسط، بالا) فراهم بشود.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1120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همچنین با توجه به لزوم تعریف صفر و یکی متغیرهای کیفی در مدل رگرسیونی، متغیر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JobCat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به دو گروه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JobCat D-1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JobCat D-2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با تعریف تابع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=IF(JobCat=1(2),1,0)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مرجع قرار دادن رده 3 شغلی، ساختگی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(Dummy Variable)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شد.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1120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متغیرهای لحاظ شده در مدل:</a:t>
          </a:r>
          <a:b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متغیر وابسته←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Salary</a:t>
          </a:r>
          <a:b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متغیرهای مستقل←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Gender, Educ, JobCat D-1, JobCat D-2, SalBegin, PrevExp, Minority</a:t>
          </a:r>
        </a:p>
        <a:p>
          <a:pPr marL="171450" lvl="1" indent="-171450" algn="r" defTabSz="71120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به دلیل ضریب همبستگی بسیار ضعیف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JobTime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بی‌معنی بودن آن در مقایسه با گروه‌های کلیدی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(P-Value=0.991)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همچنین به دلیل همبستگی بالای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Age , PrevExp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و هم‌خطی قوی بین آن‌ها؛ از استفاده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JobTime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صرف نظر و به جای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Age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نیز از متغیر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PrevExp</a:t>
          </a: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استفاده خواهیم نمود.</a:t>
          </a:r>
          <a:b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</a:b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1120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0" y="323134"/>
        <a:ext cx="10515600" cy="581033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B4AE5-1AA4-4988-92E9-A754840AC65A}">
      <dsp:nvSpPr>
        <dsp:cNvPr id="0" name=""/>
        <dsp:cNvSpPr/>
      </dsp:nvSpPr>
      <dsp:spPr>
        <a:xfrm>
          <a:off x="0" y="780645"/>
          <a:ext cx="10515600" cy="2799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cs typeface="B Titr" panose="00000700000000000000" pitchFamily="2" charset="-78"/>
            </a:rPr>
            <a:t>مقدمه</a:t>
          </a:r>
          <a:endParaRPr lang="en-US" sz="1800" kern="1200" dirty="0"/>
        </a:p>
      </dsp:txBody>
      <dsp:txXfrm>
        <a:off x="13666" y="794311"/>
        <a:ext cx="10488268" cy="252623"/>
      </dsp:txXfrm>
    </dsp:sp>
    <dsp:sp modelId="{0BD7778F-8F72-4A1A-84BE-02B660DF9745}">
      <dsp:nvSpPr>
        <dsp:cNvPr id="0" name=""/>
        <dsp:cNvSpPr/>
      </dsp:nvSpPr>
      <dsp:spPr>
        <a:xfrm>
          <a:off x="0" y="1023792"/>
          <a:ext cx="10515600" cy="1998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0320" rIns="113792" bIns="20320" numCol="1" spcCol="1270" anchor="t" anchorCtr="0">
          <a:noAutofit/>
        </a:bodyPr>
        <a:lstStyle/>
        <a:p>
          <a:pPr marL="171450" lvl="1" indent="-171450" algn="r" defTabSz="71120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600" kern="1200" dirty="0">
              <a:cs typeface="B Nazanin" panose="00000400000000000000" pitchFamily="2" charset="-78"/>
            </a:rPr>
            <a:t>به طور کلی در هر سه سطح حقوق(0.25 ، 0.5 ، 0.75) مقدار </a:t>
          </a:r>
          <a:r>
            <a:rPr lang="en-US" sz="1600" kern="1200" dirty="0">
              <a:cs typeface="B Nazanin" panose="00000400000000000000" pitchFamily="2" charset="-78"/>
            </a:rPr>
            <a:t> Pr&gt;CHI</a:t>
          </a:r>
          <a:r>
            <a:rPr lang="en-US" sz="1600" kern="1200" baseline="30000" dirty="0">
              <a:cs typeface="B Nazanin" panose="00000400000000000000" pitchFamily="2" charset="-78"/>
            </a:rPr>
            <a:t>2</a:t>
          </a:r>
          <a:r>
            <a:rPr lang="fa-IR" sz="1600" kern="1200" baseline="30000" dirty="0">
              <a:cs typeface="B Nazanin" panose="00000400000000000000" pitchFamily="2" charset="-78"/>
            </a:rPr>
            <a:t> </a:t>
          </a:r>
          <a:r>
            <a:rPr lang="fa-IR" sz="1600" kern="1200" baseline="0" dirty="0">
              <a:cs typeface="B Nazanin" panose="00000400000000000000" pitchFamily="2" charset="-78"/>
            </a:rPr>
            <a:t>کمتر از 0.0001 که نشان دهنده معنادار بودن مدل می‌باشد و متغیر/متغیرهای مستقل تاثیر معناداری بر متغیر وابسته</a:t>
          </a:r>
          <a:r>
            <a:rPr lang="en-US" sz="1600" kern="1200" baseline="0" dirty="0">
              <a:cs typeface="B Nazanin" panose="00000400000000000000" pitchFamily="2" charset="-78"/>
            </a:rPr>
            <a:t>(Salary)</a:t>
          </a:r>
          <a:r>
            <a:rPr lang="fa-IR" sz="1600" kern="1200" baseline="0" dirty="0">
              <a:cs typeface="B Nazanin" panose="00000400000000000000" pitchFamily="2" charset="-78"/>
            </a:rPr>
            <a:t> دارند.</a:t>
          </a:r>
          <a:endParaRPr lang="en-US" sz="1600" kern="1200" baseline="300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  <a:p>
          <a:pPr marL="171450" lvl="1" indent="-171450" algn="r" defTabSz="711200" rtl="1">
            <a:lnSpc>
              <a:spcPct val="15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Å"/>
          </a:pPr>
          <a:r>
            <a:rPr lang="fa-IR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با توجه به میزان </a:t>
          </a:r>
          <a:r>
            <a:rPr lang="en-US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R</a:t>
          </a:r>
          <a:r>
            <a:rPr lang="en-US" sz="1600" kern="1200" baseline="300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2</a:t>
          </a:r>
          <a:r>
            <a:rPr lang="fa-IR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هر چه به کوآنتایل‌های بالاتر می‌رویم، مدل برازش</a:t>
          </a:r>
          <a:r>
            <a:rPr lang="en-US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(Goodness of Fit) </a:t>
          </a:r>
          <a:r>
            <a:rPr lang="fa-IR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بیشتری پیدا می‌کند(هم‌خوانی بیشتری با داده‌های واقعی می‌یابد). به طوری که در کوآنتایل </a:t>
          </a:r>
          <a:r>
            <a:rPr lang="en-US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Q=0.75</a:t>
          </a:r>
          <a:r>
            <a:rPr lang="fa-IR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میزان برازش به </a:t>
          </a:r>
          <a:r>
            <a:rPr lang="en-US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R</a:t>
          </a:r>
          <a:r>
            <a:rPr lang="en-US" sz="1600" kern="1200" baseline="300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2</a:t>
          </a:r>
          <a:r>
            <a:rPr lang="en-US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=0.823</a:t>
          </a:r>
          <a:r>
            <a:rPr lang="fa-IR" sz="1600" kern="120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B Nazanin" panose="00000400000000000000" pitchFamily="2" charset="-78"/>
            </a:rPr>
            <a:t> می‌رسد!</a:t>
          </a:r>
          <a:endParaRPr lang="en-US" sz="1600" kern="1200" baseline="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B Nazanin" panose="00000400000000000000" pitchFamily="2" charset="-78"/>
          </a:endParaRPr>
        </a:p>
      </dsp:txBody>
      <dsp:txXfrm>
        <a:off x="0" y="1023792"/>
        <a:ext cx="10515600" cy="19984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onvergingText">
  <dgm:title val="Converging Text"/>
  <dgm:desc val="Use to show multiple steps or parts that merge into a whole. Limited to one Level 1 shape that contains text and a maximum of five Level 2 shapes."/>
  <dgm:catLst>
    <dgm:cat type="process" pri="6500"/>
    <dgm:cat type="officeonline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clrData>
  <dgm:layoutNode name="Name0">
    <dgm:varLst>
      <dgm:chMax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vertAlign" val="mid"/>
          <dgm:param type="nodeVertAlign" val="mid"/>
          <dgm:param type="horzAlign" val="ctr"/>
        </dgm:alg>
      </dgm:if>
      <dgm:else name="Name3">
        <dgm:alg type="lin">
          <dgm:param type="linDir" val="fromR"/>
          <dgm:param type="vertAlign" val="mid"/>
          <dgm:param type="nodeVertAlign" val="mid"/>
          <dgm:param type="horzAlign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 val="65"/>
      <dgm:constr type="primFontSz" for="des" forName="Child1" op="equ" val="65"/>
      <dgm:constr type="primFontSz" for="des" forName="Child2" refType="primFontSz" refFor="des" refForName="Child1" op="equ"/>
      <dgm:constr type="primFontSz" for="des" forName="Child3" refType="primFontSz" refFor="des" refForName="Child1" op="equ"/>
      <dgm:constr type="primFontSz" for="des" forName="Child4" refType="primFontSz" refFor="des" refForName="Child1" op="equ"/>
      <dgm:constr type="primFontSz" for="des" forName="Child5" refType="primFontSz" refFor="des" refForName="Child1" op="equ"/>
      <dgm:constr type="primFontSz" for="des" forName="Child1" refType="primFontSz" refFor="des" refForName="Parent" op="lte"/>
      <dgm:constr type="primFontSz" for="des" forName="Child2" refType="primFontSz" refFor="des" refForName="Parent" op="lte"/>
      <dgm:constr type="primFontSz" for="des" forName="Child3" refType="primFontSz" refFor="des" refForName="Parent" op="lte"/>
      <dgm:constr type="primFontSz" for="des" forName="Child4" refType="primFontSz" refFor="des" refForName="Parent" op="lte"/>
      <dgm:constr type="primFontSz" for="des" forName="Child5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choose name="Name4">
          <dgm:if name="Name5" func="var" arg="dir" op="equ" val="norm">
            <dgm:choose name="Name6">
              <dgm:if name="Name7" axis="ch" ptType="node" func="cnt" op="equ" val="0">
                <dgm:alg type="composite">
                  <dgm:param type="ar" val="2.1059"/>
                </dgm:alg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l" for="ch" forName="ParentAccent1" refType="w" fact="0.9531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l" for="ch" forName="ParentAccent2" refType="w" fact="0.8734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l" for="ch" forName="ParentAccent3" refType="w" fact="0.7937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l" for="ch" forName="ParentAccent4" refType="w" fact="0.714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l" for="ch" forName="ParentAccent5" refType="w" fact="0.6343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l" for="ch" forName="ParentAccent6" refType="w" fact="0.5076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l" for="ch" forName="ParentAccent7" refType="w" fact="0.8766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l" for="ch" forName="ParentAccent8" refType="w" fact="0.8766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l" for="ch" forName="ParentAccent9" refType="w" fact="0.918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l" for="ch" forName="ParentAccent10" refType="w" fact="0.9213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8" axis="ch" ptType="node" func="cnt" op="equ" val="1">
                <dgm:alg type="composite">
                  <dgm:param type="ar" val="3.4411"/>
                </dgm:alg>
                <dgm:constrLst>
                  <dgm:constr type="l" for="ch" forName="Child1Accent1" refType="w" fact="0.284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l" for="ch" forName="Child1Accent2" refType="w" fact="0.2272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l" for="ch" forName="Child1Accent3" refType="w" fact="0.170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l" for="ch" forName="Child1Accent4" refType="w" fact="0.1137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l" for="ch" forName="Child1Accent5" refType="w" fact="0.057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l" for="ch" forName="Child1Accent6" refType="w" fact="0.0002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ParentAccent1" refType="w" fact="0.9713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l" for="ch" forName="ParentAccent2" refType="w" fact="0.9187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l" for="ch" forName="ParentAccent3" refType="w" fact="0.8661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l" for="ch" forName="ParentAccent4" refType="w" fact="0.8136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l" for="ch" forName="ParentAccent5" refType="w" fact="0.761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l" for="ch" forName="ParentAccent6" refType="w" fact="0.6797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l" for="ch" forName="ParentAccent7" refType="w" fact="0.924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l" for="ch" forName="ParentAccent8" refType="w" fact="0.924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l" for="ch" forName="ParentAccent9" refType="w" fact="0.9501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l" for="ch" forName="ParentAccent10" refType="w" fact="0.9518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l" for="ch" forName="Child1" refType="w" fact="0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l" for="ch" forName="Parent" refType="w" fact="0.3653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9" axis="ch" ptType="node" func="cnt" op="equ" val="2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1" refType="w" fact="0.3436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3068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245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842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l" for="ch" forName="Child2Accent5" refType="w" fact="0.1229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l" for="ch" forName="Child2Accent6" refType="w" fact="0.061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.0002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2" refType="w" fact="0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0" axis="ch" ptType="node" func="cnt" op="equ" val="3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2Accent1" refType="w" fact="0.284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2272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170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137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2Accent5" refType="w" fact="0.057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6" refType="w" fact="0.0002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l" for="ch" forName="Child3Accent1" refType="w" fact="0.3436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l" for="ch" forName="Child3Accent2" refType="w" fact="0.3068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l" for="ch" forName="Child3Accent3" refType="w" fact="0.245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l" for="ch" forName="Child3Accent4" refType="w" fact="0.1842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l" for="ch" forName="Child3Accent5" refType="w" fact="0.1229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l" for="ch" forName="Child3Accent6" refType="w" fact="0.061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l" for="ch" forName="Child3Accent7" refType="w" fact="0.0002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3" refType="w" fact="0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l" for="ch" forName="Child2" refType="w" fact="0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1" axis="ch" ptType="node" func="cnt" op="equ" val="4">
                <dgm:alg type="composite">
                  <dgm:param type="ar" val="1.8304"/>
                </dgm:alg>
                <dgm:constrLst>
                  <dgm:constr type="l" for="ch" forName="Parent" refType="w" fact="0.3771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l" for="ch" forName="Child1Accent1" refType="w" fact="0.3904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l" for="ch" forName="Child1Accent3" refType="w" fact="0.3001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l" for="ch" forName="Child1Accent4" refType="w" fact="0.2418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l" for="ch" forName="Child1Accent5" refType="w" fact="0.183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l" for="ch" forName="Child1Accent6" refType="w" fact="0.1252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l" for="ch" forName="Child3Accent1" refType="w" fact="0.3158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l" for="ch" forName="Child3Accent2" refType="w" fact="0.2689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l" for="ch" forName="Child3Accent4" refType="w" fact="0.1614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l" for="ch" forName="Child3Accent5" refType="w" fact="0.1077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l" for="ch" forName="Child1Accent7" refType="w" fact="0.0668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l" for="ch" forName="Child3Accent6" refType="w" fact="0.0539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l" for="ch" forName="Child1Accent8" refType="w" fact="0.008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3Accent7" refType="w" fact="0.0002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l" for="ch" forName="Child4Accent1" refType="w" fact="0.3904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l" for="ch" forName="Child4Accent3" refType="w" fact="0.2998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l" for="ch" forName="Child4Accent4" refType="w" fact="0.241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l" for="ch" forName="Child4Accent5" refType="w" fact="0.1833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l" for="ch" forName="Child4Accent6" refType="w" fact="0.1251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l" for="ch" forName="Child4Accent7" refType="w" fact="0.0668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l" for="ch" forName="Child4Accent8" refType="w" fact="0.0086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l" for="ch" forName="Child2Accent1" refType="w" fact="0.3158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l" for="ch" forName="Child4Accent2" refType="w" fact="0.358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l" for="ch" forName="Child1Accent2" refType="w" fact="0.358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l" for="ch" forName="Child3Accent3" refType="w" fact="0.2151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l" for="ch" forName="Child2Accent2" refType="w" fact="0.2689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l" for="ch" forName="Child2Accent4" refType="w" fact="0.1614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l" for="ch" forName="Child2Accent5" refType="w" fact="0.1077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l" for="ch" forName="Child2Accent6" refType="w" fact="0.0539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l" for="ch" forName="Child2Accent7" refType="w" fact="0.0002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l" for="ch" forName="Child2Accent3" refType="w" fact="0.2151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l" for="ch" forName="ParentAccent1" refType="w" fact="0.9717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l" for="ch" forName="ParentAccent2" refType="w" fact="0.9199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l" for="ch" forName="ParentAccent3" refType="w" fact="0.8682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l" for="ch" forName="ParentAccent4" refType="w" fact="0.8164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l" for="ch" forName="ParentAccent5" refType="w" fact="0.7646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l" for="ch" forName="ParentAccent6" refType="w" fact="0.6846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l" for="ch" forName="ParentAccent7" refType="w" fact="0.9256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l" for="ch" forName="ParentAccent8" refType="w" fact="0.9256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l" for="ch" forName="ParentAccent9" refType="w" fact="0.9509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l" for="ch" forName="ParentAccent10" refType="w" fact="0.952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l" for="ch" forName="Child4" refType="w" fact="0.0081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l" for="ch" forName="Child3" refType="w" fact="0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l" for="ch" forName="Child2" refType="w" fact="0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l" for="ch" forName="Child1" refType="w" fact="0.0081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12">
                <dgm:alg type="composite">
                  <dgm:param type="ar" val="1.3278"/>
                </dgm:alg>
                <dgm:constrLst>
                  <dgm:constr type="l" for="ch" forName="Child2Accent1" refType="w" fact="0.3436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l" for="ch" forName="Child2Accent2" refType="w" fact="0.3068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l" for="ch" forName="Child2Accent3" refType="w" fact="0.245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l" for="ch" forName="Child2Accent4" refType="w" fact="0.1842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l" for="ch" forName="Child2Accent5" refType="w" fact="0.1229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l" for="ch" forName="Child3Accent1" refType="w" fact="0.284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l" for="ch" forName="Child3Accent2" refType="w" fact="0.2272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l" for="ch" forName="Child3Accent3" refType="w" fact="0.170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l" for="ch" forName="Child3Accent4" refType="w" fact="0.1137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l" for="ch" forName="Child2Accent6" refType="w" fact="0.061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l" for="ch" forName="Child3Accent5" refType="w" fact="0.057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l" for="ch" forName="Child2Accent7" refType="w" fact="0.0002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l" for="ch" forName="Child3Accent6" refType="w" fact="0.0002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l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l" for="ch" forName="Child4Accent1" refType="w" fact="0.3436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l" for="ch" forName="Child4Accent2" refType="w" fact="0.3068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l" for="ch" forName="Child4Accent3" refType="w" fact="0.245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l" for="ch" forName="Child4Accent4" refType="w" fact="0.1842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l" for="ch" forName="Child4Accent5" refType="w" fact="0.1229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l" for="ch" forName="Child4Accent6" refType="w" fact="0.061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l" for="ch" forName="Child4Accent7" refType="w" fact="0.0002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l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l" for="ch" forName="ParentAccent1" refType="w" fact="0.9713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l" for="ch" forName="ParentAccent2" refType="w" fact="0.9187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l" for="ch" forName="ParentAccent3" refType="w" fact="0.8661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l" for="ch" forName="ParentAccent4" refType="w" fact="0.8136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l" for="ch" forName="ParentAccent5" refType="w" fact="0.761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l" for="ch" forName="ParentAccent6" refType="w" fact="0.6797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l" for="ch" forName="ParentAccent7" refType="w" fact="0.924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l" for="ch" forName="ParentAccent8" refType="w" fact="0.924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l" for="ch" forName="ParentAccent9" refType="w" fact="0.9501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l" for="ch" forName="ParentAccent10" refType="w" fact="0.9518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l" for="ch" forName="Child1Accent1" refType="w" fact="0.4819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l" for="ch" forName="Child1Accent4" refType="w" fact="0.3653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l" for="ch" forName="Child1Accent5" refType="w" fact="0.304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l" for="ch" forName="Child1Accent6" refType="w" fact="0.2426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l" for="ch" forName="Child1Accent7" refType="w" fact="0.1813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l" for="ch" forName="Child1Accent8" refType="w" fact="0.12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l" for="ch" forName="Child1Accent9" refType="w" fact="0.0587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l" for="ch" forName="Child5Accent1" refType="w" fact="0.4819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l" for="ch" forName="Child5Accent4" refType="w" fact="0.3653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l" for="ch" forName="Child5Accent5" refType="w" fact="0.304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l" for="ch" forName="Child5Accent6" refType="w" fact="0.2426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l" for="ch" forName="Child5Accent7" refType="w" fact="0.1813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l" for="ch" forName="Child5Accent8" refType="w" fact="0.12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l" for="ch" forName="Child5Accent9" refType="w" fact="0.0587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l" for="ch" forName="Child5Accent2" refType="w" fact="0.453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l" for="ch" forName="Child5Accent3" refType="w" fact="0.4118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l" for="ch" forName="Child1Accent2" refType="w" fact="0.4458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l" for="ch" forName="Child1Accent3" refType="w" fact="0.4054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l" for="ch" forName="Child5" refType="w" fact="0.0581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l" for="ch" forName="Child4" refType="w" fact="0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l" for="ch" forName="Child3" refType="w" fact="0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l" for="ch" forName="Child2" refType="w" fact="0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l" for="ch" forName="Child1" refType="w" fact="0.0581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l" for="ch" forName="Parent" refType="w" fact="0.3653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if>
          <dgm:else name="Name13">
            <dgm:choose name="Name14">
              <dgm:if name="Name15" axis="ch" ptType="node" func="cnt" op="equ" val="0">
                <dgm:alg type="composite">
                  <dgm:param type="ar" val="2.1059"/>
                </dgm:alg>
                <dgm:constrLst>
                  <dgm:constr type="r" for="ch" forName="Parent" refType="w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r" for="ch" forName="ParentAccent1" refType="w" fact="0.0469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r" for="ch" forName="ParentAccent2" refType="w" fact="0.1266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r" for="ch" forName="ParentAccent3" refType="w" fact="0.2063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r" for="ch" forName="ParentAccent4" refType="w" fact="0.286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r" for="ch" forName="ParentAccent5" refType="w" fact="0.3657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r" for="ch" forName="ParentAccent6" refType="w" fact="0.4924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r" for="ch" forName="ParentAccent7" refType="w" fact="0.1234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r" for="ch" forName="ParentAccent8" refType="w" fact="0.1234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r" for="ch" forName="ParentAccent9" refType="w" fact="0.081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r" for="ch" forName="ParentAccent10" refType="w" fact="0.0787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16" axis="ch" ptType="node" func="cnt" op="equ" val="1">
                <dgm:alg type="composite">
                  <dgm:param type="ar" val="3.4411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r" for="ch" forName="Child1Accent1" refType="w" fact="0.716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r" for="ch" forName="Child1Accent2" refType="w" fact="0.7728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r" for="ch" forName="Child1Accent3" refType="w" fact="0.829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r" for="ch" forName="Child1Accent4" refType="w" fact="0.8863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r" for="ch" forName="Child1Accent5" refType="w" fact="0.943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r" for="ch" forName="Child1Accent6" refType="w" fact="0.9998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ParentAccent1" refType="w" fact="0.0287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r" for="ch" forName="ParentAccent2" refType="w" fact="0.0813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r" for="ch" forName="ParentAccent3" refType="w" fact="0.1339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r" for="ch" forName="ParentAccent4" refType="w" fact="0.1864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r" for="ch" forName="ParentAccent5" refType="w" fact="0.239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r" for="ch" forName="ParentAccent6" refType="w" fact="0.3203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r" for="ch" forName="ParentAccent7" refType="w" fact="0.075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r" for="ch" forName="ParentAccent8" refType="w" fact="0.075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r" for="ch" forName="ParentAccent9" refType="w" fact="0.0499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r" for="ch" forName="ParentAccent10" refType="w" fact="0.0482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r" for="ch" forName="Child1" refType="w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r" for="ch" forName="Parent" refType="w" fact="0.6347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17" axis="ch" ptType="node" func="cnt" op="equ" val="2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2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6564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6932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754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158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8771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38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.9998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2" refType="w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8" axis="ch" ptType="node" func="cnt" op="equ" val="3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r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716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7728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829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863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943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998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r" for="ch" forName="Child3Accent1" refType="w" fact="0.6564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r" for="ch" forName="Child3Accent2" refType="w" fact="0.6932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r" for="ch" forName="Child3Accent3" refType="w" fact="0.754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r" for="ch" forName="Child3Accent4" refType="w" fact="0.8158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r" for="ch" forName="Child3Accent5" refType="w" fact="0.8771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r" for="ch" forName="Child3Accent6" refType="w" fact="0.938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r" for="ch" forName="Child3Accent7" refType="w" fact="0.9998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3" refType="w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r" for="ch" forName="Child2" refType="w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9" axis="ch" ptType="node" func="cnt" op="equ" val="4">
                <dgm:alg type="composite">
                  <dgm:param type="ar" val="1.8304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r" for="ch" forName="Parent" refType="w" fact="0.6229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r" for="ch" forName="Child1Accent1" refType="w" fact="0.6096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r" for="ch" forName="Child1Accent3" refType="w" fact="0.6999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r" for="ch" forName="Child1Accent4" refType="w" fact="0.7582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r" for="ch" forName="Child1Accent5" refType="w" fact="0.816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r" for="ch" forName="Child1Accent6" refType="w" fact="0.8748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r" for="ch" forName="Child3Accent1" refType="w" fact="0.6842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r" for="ch" forName="Child3Accent2" refType="w" fact="0.7311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r" for="ch" forName="Child3Accent4" refType="w" fact="0.8386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r" for="ch" forName="Child3Accent5" refType="w" fact="0.8923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r" for="ch" forName="Child1Accent7" refType="w" fact="0.9332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r" for="ch" forName="Child3Accent6" refType="w" fact="0.9461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r" for="ch" forName="Child1Accent8" refType="w" fact="0.991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3Accent7" refType="w" fact="0.9998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r" for="ch" forName="Child4Accent1" refType="w" fact="0.6096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r" for="ch" forName="Child4Accent3" refType="w" fact="0.7002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r" for="ch" forName="Child4Accent4" refType="w" fact="0.758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r" for="ch" forName="Child4Accent5" refType="w" fact="0.8167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r" for="ch" forName="Child4Accent6" refType="w" fact="0.8749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r" for="ch" forName="Child4Accent7" refType="w" fact="0.9332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r" for="ch" forName="Child4Accent8" refType="w" fact="0.9914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r" for="ch" forName="Child2Accent1" refType="w" fact="0.6842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r" for="ch" forName="Child4Accent2" refType="w" fact="0.642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r" for="ch" forName="Child1Accent2" refType="w" fact="0.641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r" for="ch" forName="Child3Accent3" refType="w" fact="0.7849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r" for="ch" forName="Child2Accent2" refType="w" fact="0.7311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r" for="ch" forName="Child2Accent4" refType="w" fact="0.8386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r" for="ch" forName="Child2Accent5" refType="w" fact="0.8923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r" for="ch" forName="Child2Accent6" refType="w" fact="0.9461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r" for="ch" forName="Child2Accent7" refType="w" fact="0.9998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r" for="ch" forName="Child2Accent3" refType="w" fact="0.7849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r" for="ch" forName="ParentAccent1" refType="w" fact="0.0283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r" for="ch" forName="ParentAccent2" refType="w" fact="0.0801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r" for="ch" forName="ParentAccent3" refType="w" fact="0.1318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r" for="ch" forName="ParentAccent4" refType="w" fact="0.1836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r" for="ch" forName="ParentAccent5" refType="w" fact="0.2354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r" for="ch" forName="ParentAccent6" refType="w" fact="0.3154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r" for="ch" forName="ParentAccent7" refType="w" fact="0.0744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r" for="ch" forName="ParentAccent8" refType="w" fact="0.0744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r" for="ch" forName="ParentAccent9" refType="w" fact="0.0491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r" for="ch" forName="ParentAccent10" refType="w" fact="0.047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r" for="ch" forName="Child4" refType="w" fact="0.9919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r" for="ch" forName="Child3" refType="w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r" for="ch" forName="Child2" refType="w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r" for="ch" forName="Child1" refType="w" fact="0.9919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20">
                <dgm:alg type="composite">
                  <dgm:param type="ar" val="1.3278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5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primFontSz" for="des" forName="Child5" refType="primFontSz" refFor="des" refForName="Child1" op="equ"/>
                  <dgm:constr type="r" for="ch" forName="Child2Accent1" refType="w" fact="0.6564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r" for="ch" forName="Child2Accent2" refType="w" fact="0.6932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r" for="ch" forName="Child2Accent3" refType="w" fact="0.754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r" for="ch" forName="Child2Accent4" refType="w" fact="0.8158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r" for="ch" forName="Child2Accent5" refType="w" fact="0.8771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r" for="ch" forName="Child2Accent6" refType="w" fact="0.938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r" for="ch" forName="Child2Accent7" refType="w" fact="0.9998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r" for="ch" forName="Child3Accent1" refType="w" fact="0.716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r" for="ch" forName="Child3Accent2" refType="w" fact="0.7728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r" for="ch" forName="Child3Accent3" refType="w" fact="0.829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r" for="ch" forName="Child3Accent4" refType="w" fact="0.8863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r" for="ch" forName="Child3Accent5" refType="w" fact="0.943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r" for="ch" forName="Child3Accent6" refType="w" fact="0.9998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r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r" for="ch" forName="Child4Accent1" refType="w" fact="0.6564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r" for="ch" forName="Child4Accent2" refType="w" fact="0.6932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r" for="ch" forName="Child4Accent3" refType="w" fact="0.754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r" for="ch" forName="Child4Accent4" refType="w" fact="0.8158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r" for="ch" forName="Child4Accent5" refType="w" fact="0.8771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r" for="ch" forName="Child4Accent6" refType="w" fact="0.938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r" for="ch" forName="Child4Accent7" refType="w" fact="0.9998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r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r" for="ch" forName="ParentAccent1" refType="w" fact="0.0287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r" for="ch" forName="ParentAccent2" refType="w" fact="0.0813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r" for="ch" forName="ParentAccent3" refType="w" fact="0.1339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r" for="ch" forName="ParentAccent4" refType="w" fact="0.1864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r" for="ch" forName="ParentAccent5" refType="w" fact="0.239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r" for="ch" forName="ParentAccent6" refType="w" fact="0.3203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r" for="ch" forName="ParentAccent7" refType="w" fact="0.075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r" for="ch" forName="ParentAccent8" refType="w" fact="0.075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r" for="ch" forName="ParentAccent9" refType="w" fact="0.0499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r" for="ch" forName="ParentAccent10" refType="w" fact="0.0482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r" for="ch" forName="Child1Accent1" refType="w" fact="0.5181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r" for="ch" forName="Child1Accent2" refType="w" fact="0.5542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r" for="ch" forName="Child1Accent3" refType="w" fact="0.5946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r" for="ch" forName="Child1Accent4" refType="w" fact="0.6347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r" for="ch" forName="Child1Accent5" refType="w" fact="0.696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r" for="ch" forName="Child1Accent6" refType="w" fact="0.7574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r" for="ch" forName="Child1Accent7" refType="w" fact="0.8187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r" for="ch" forName="Child1Accent8" refType="w" fact="0.88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r" for="ch" forName="Child1Accent9" refType="w" fact="0.9413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r" for="ch" forName="Child5Accent1" refType="w" fact="0.5181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r" for="ch" forName="Child5Accent2" refType="w" fact="0.547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r" for="ch" forName="Child5Accent3" refType="w" fact="0.5882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r" for="ch" forName="Child5Accent4" refType="w" fact="0.6347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r" for="ch" forName="Child5Accent5" refType="w" fact="0.696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r" for="ch" forName="Child5Accent6" refType="w" fact="0.7574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r" for="ch" forName="Child5Accent7" refType="w" fact="0.8187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r" for="ch" forName="Child5Accent8" refType="w" fact="0.88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r" for="ch" forName="Child5Accent9" refType="w" fact="0.9423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r" for="ch" forName="Child5" refType="w" fact="0.9419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r" for="ch" forName="Child4" refType="w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r" for="ch" forName="Child3" refType="w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r" for="ch" forName="Child2" refType="w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r" for="ch" forName="Child1" refType="w" fact="0.9419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r" for="ch" forName="Parent" refType="w" fact="0.6347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else>
        </dgm:choose>
        <dgm:layoutNode name="ParentAccen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" styleLbl="alignNode1">
          <dgm:varLst>
            <dgm:chMax val="5"/>
            <dgm:chPref val="3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 ptType="node"/>
          <dgm:constrLst>
            <dgm:constr type="lMarg" refType="primFontSz" fact="0.1"/>
            <dgm:constr type="rMarg" refType="primFontSz" fact="0.1"/>
            <dgm:constr type="tMarg" refType="primFontSz" fact="0.1"/>
            <dgm:constr type="bMarg" refType="primFontSz" fact="0.1"/>
          </dgm:constrLst>
          <dgm:ruleLst>
            <dgm:rule type="primFontSz" val="5" fact="NaN" max="NaN"/>
          </dgm:ruleLst>
        </dgm:layoutNode>
        <dgm:forEach name="Name21" axis="ch" ptType="node" cnt="1">
          <dgm:layoutNode name="Child1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2" axis="ch" ptType="node" st="2" cnt="1">
          <dgm:layoutNode name="Child2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3" axis="ch" ptType="node" st="3" cnt="1">
          <dgm:layoutNode name="Child3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4" axis="ch" ptType="node" st="4" cnt="1">
          <dgm:layoutNode name="Child4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5" axis="ch" ptType="node" st="5" cnt="1">
          <dgm:layoutNode name="Child5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42C2-9033-4E7F-D2FA-7FA2DA64B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9AEC1-D391-43B3-654D-C28707EAF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3507-F603-8B87-E4A7-B242D2D2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86846-943A-23F5-0D26-559DD3E3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B44DE-5969-D449-F515-7E4C38B9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5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02CF-7CC4-1467-AF58-B8DE7863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5518-CFCE-8FF2-CFE1-687EE3598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7CA98-DBB4-A536-8D7C-6B1596C02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E1F31-2630-2BB4-310A-6A8380537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45259-AD25-F450-79BB-00A2FB6A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9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6A4B-B8BD-9F48-3379-8FE41640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E7D4E-87F9-1960-7999-5FC694CC4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3C02D-47E6-762F-A226-60409CE2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F326C-680B-AB3C-29EA-A50A1334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242C4-1E4D-1C68-35FA-2AF4C688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7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7207-4FF5-756A-B21E-ACA8140F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4B24-928D-1E38-87B3-0752D293D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A0537-EE98-DF2E-1C84-B5BBCF8BC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A9ADB-4603-838B-E03B-44E4B26A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0F2B9-C206-A9DC-4049-DC106FFF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D99A1-9F03-90F4-7D81-5DEE3B2B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16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149F-9F49-BF44-C0ED-4226F747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BDE66-2B40-1AA7-77EB-B0B89CB05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EA046-537A-5D89-28B6-CABE8E9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FEB1A-D1C6-4ACD-D6A6-851E24D7C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7A069-E160-B789-35BE-14A03F5FA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33D60-AFAC-0B42-DE69-002887716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D050E6-2DA6-D812-D0F3-667236859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59517-5CFF-221D-7B18-559A268F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60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23C3-1183-E7D0-D2D3-FFE3C2954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EE03D-146D-E38F-CB5A-921576B7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8FDCE3-7DEB-8523-90D5-D2F19E88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E92AF-31E1-F0CB-956D-0CADDEB8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7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05E7CF-93EF-F6A9-BD6F-236B73E5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7C46A-8040-AFE7-941E-AB1B7E31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95DFA-1170-2DAC-8435-991EFD79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0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0D83-D0E3-5CDB-C7D0-D134790FE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0AD66-AF8B-5C52-8659-3EC0F4715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5F82A-1D54-9911-41CE-37DEE472C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63B9F-6BFD-BCCF-B311-4B064363C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6F242-75F9-9C1F-B69A-5BC030D6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EF209-D64C-618F-1507-51228DCA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81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7130-C125-2252-F693-FAD93A7C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2BA0A-1713-4A9E-7619-BF122780C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3CCD3-0C75-184B-25B6-E7C35B28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DE127-54C9-CE9A-4AAF-59100FCE0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DE84D-373B-CCF0-0A55-263975CF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4B4B1-2274-79BB-47F2-22DB8895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1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28BE-EAF3-C68B-2D0C-9E9074AF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2BC47-E142-2BAE-508C-591A85412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BF961-9666-E515-A555-10C0D06C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67A20-9320-3D5E-402C-6E863BCA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7766C-AE80-C31C-5A1C-9E95EA823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8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7A368-B73E-9D3A-49D9-E37AEF338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105B2-B07D-E04D-951D-7E10AD68B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2D4D9-9B1B-8B2D-0069-06610311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04062-F54E-6C63-4113-9262EC18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29AF-C6C8-F67F-B5E0-7252DB83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8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5">
                <a:lumMod val="60000"/>
                <a:lumOff val="40000"/>
              </a:schemeClr>
            </a:gs>
            <a:gs pos="83000">
              <a:schemeClr val="accent5">
                <a:lumMod val="60000"/>
                <a:lumOff val="40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46DC64-2D95-EB9A-1B9E-EA0F6245A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64E74-5053-2F97-A57C-AF6E322EC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E03C-3B31-61F1-BE80-58930749C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F5E1A-CE05-461B-84D5-32407ED9003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BFB37-E24B-45BF-841C-134FBD9BD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30572-01E7-1A5F-7028-8AC6F5C35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EDC0F-5F46-4DF3-B447-AC085F3F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1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13" Type="http://schemas.openxmlformats.org/officeDocument/2006/relationships/diagramLayout" Target="../diagrams/layout8.xml"/><Relationship Id="rId18" Type="http://schemas.openxmlformats.org/officeDocument/2006/relationships/diagramLayout" Target="../diagrams/layout9.xml"/><Relationship Id="rId26" Type="http://schemas.microsoft.com/office/2007/relationships/diagramDrawing" Target="../diagrams/drawing10.xml"/><Relationship Id="rId3" Type="http://schemas.openxmlformats.org/officeDocument/2006/relationships/diagramLayout" Target="../diagrams/layout6.xml"/><Relationship Id="rId21" Type="http://schemas.microsoft.com/office/2007/relationships/diagramDrawing" Target="../diagrams/drawing9.xml"/><Relationship Id="rId7" Type="http://schemas.openxmlformats.org/officeDocument/2006/relationships/diagramData" Target="../diagrams/data7.xml"/><Relationship Id="rId12" Type="http://schemas.openxmlformats.org/officeDocument/2006/relationships/diagramData" Target="../diagrams/data8.xml"/><Relationship Id="rId17" Type="http://schemas.openxmlformats.org/officeDocument/2006/relationships/diagramData" Target="../diagrams/data9.xml"/><Relationship Id="rId25" Type="http://schemas.openxmlformats.org/officeDocument/2006/relationships/diagramColors" Target="../diagrams/colors10.xml"/><Relationship Id="rId2" Type="http://schemas.openxmlformats.org/officeDocument/2006/relationships/diagramData" Target="../diagrams/data6.xml"/><Relationship Id="rId16" Type="http://schemas.microsoft.com/office/2007/relationships/diagramDrawing" Target="../diagrams/drawing8.xml"/><Relationship Id="rId20" Type="http://schemas.openxmlformats.org/officeDocument/2006/relationships/diagramColors" Target="../diagrams/colors9.xml"/><Relationship Id="rId29" Type="http://schemas.openxmlformats.org/officeDocument/2006/relationships/diagramQuickStyle" Target="../diagrams/quickStyle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24" Type="http://schemas.openxmlformats.org/officeDocument/2006/relationships/diagramQuickStyle" Target="../diagrams/quickStyle10.xml"/><Relationship Id="rId5" Type="http://schemas.openxmlformats.org/officeDocument/2006/relationships/diagramColors" Target="../diagrams/colors6.xml"/><Relationship Id="rId15" Type="http://schemas.openxmlformats.org/officeDocument/2006/relationships/diagramColors" Target="../diagrams/colors8.xml"/><Relationship Id="rId23" Type="http://schemas.openxmlformats.org/officeDocument/2006/relationships/diagramLayout" Target="../diagrams/layout10.xml"/><Relationship Id="rId28" Type="http://schemas.openxmlformats.org/officeDocument/2006/relationships/diagramLayout" Target="../diagrams/layout11.xml"/><Relationship Id="rId10" Type="http://schemas.openxmlformats.org/officeDocument/2006/relationships/diagramColors" Target="../diagrams/colors7.xml"/><Relationship Id="rId19" Type="http://schemas.openxmlformats.org/officeDocument/2006/relationships/diagramQuickStyle" Target="../diagrams/quickStyle9.xml"/><Relationship Id="rId31" Type="http://schemas.microsoft.com/office/2007/relationships/diagramDrawing" Target="../diagrams/drawing11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Relationship Id="rId14" Type="http://schemas.openxmlformats.org/officeDocument/2006/relationships/diagramQuickStyle" Target="../diagrams/quickStyle8.xml"/><Relationship Id="rId22" Type="http://schemas.openxmlformats.org/officeDocument/2006/relationships/diagramData" Target="../diagrams/data10.xml"/><Relationship Id="rId27" Type="http://schemas.openxmlformats.org/officeDocument/2006/relationships/diagramData" Target="../diagrams/data11.xml"/><Relationship Id="rId30" Type="http://schemas.openxmlformats.org/officeDocument/2006/relationships/diagramColors" Target="../diagrams/colors1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13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12" Type="http://schemas.openxmlformats.org/officeDocument/2006/relationships/diagramData" Target="../diagrams/data14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5" Type="http://schemas.openxmlformats.org/officeDocument/2006/relationships/diagramColors" Target="../diagrams/colors13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Relationship Id="rId14" Type="http://schemas.openxmlformats.org/officeDocument/2006/relationships/diagramQuickStyle" Target="../diagrams/quickStyle1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3" Type="http://schemas.openxmlformats.org/officeDocument/2006/relationships/diagramLayout" Target="../diagrams/layout14.xml"/><Relationship Id="rId7" Type="http://schemas.openxmlformats.org/officeDocument/2006/relationships/diagramData" Target="../diagrams/data16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11" Type="http://schemas.microsoft.com/office/2007/relationships/diagramDrawing" Target="../diagrams/drawing15.xml"/><Relationship Id="rId5" Type="http://schemas.openxmlformats.org/officeDocument/2006/relationships/diagramColors" Target="../diagrams/colors14.xml"/><Relationship Id="rId10" Type="http://schemas.openxmlformats.org/officeDocument/2006/relationships/diagramColors" Target="../diagrams/colors15.xml"/><Relationship Id="rId4" Type="http://schemas.openxmlformats.org/officeDocument/2006/relationships/diagramQuickStyle" Target="../diagrams/quickStyle14.xml"/><Relationship Id="rId9" Type="http://schemas.openxmlformats.org/officeDocument/2006/relationships/diagramQuickStyle" Target="../diagrams/quickStyle1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13" Type="http://schemas.openxmlformats.org/officeDocument/2006/relationships/diagramLayout" Target="../diagrams/layout18.xml"/><Relationship Id="rId18" Type="http://schemas.openxmlformats.org/officeDocument/2006/relationships/diagramLayout" Target="../diagrams/layout19.xml"/><Relationship Id="rId26" Type="http://schemas.microsoft.com/office/2007/relationships/diagramDrawing" Target="../diagrams/drawing20.xml"/><Relationship Id="rId3" Type="http://schemas.openxmlformats.org/officeDocument/2006/relationships/diagramLayout" Target="../diagrams/layout16.xml"/><Relationship Id="rId21" Type="http://schemas.microsoft.com/office/2007/relationships/diagramDrawing" Target="../diagrams/drawing19.xml"/><Relationship Id="rId7" Type="http://schemas.openxmlformats.org/officeDocument/2006/relationships/diagramData" Target="../diagrams/data18.xml"/><Relationship Id="rId12" Type="http://schemas.openxmlformats.org/officeDocument/2006/relationships/diagramData" Target="../diagrams/data19.xml"/><Relationship Id="rId17" Type="http://schemas.openxmlformats.org/officeDocument/2006/relationships/diagramData" Target="../diagrams/data20.xml"/><Relationship Id="rId25" Type="http://schemas.openxmlformats.org/officeDocument/2006/relationships/diagramColors" Target="../diagrams/colors20.xml"/><Relationship Id="rId2" Type="http://schemas.openxmlformats.org/officeDocument/2006/relationships/diagramData" Target="../diagrams/data17.xml"/><Relationship Id="rId16" Type="http://schemas.microsoft.com/office/2007/relationships/diagramDrawing" Target="../diagrams/drawing18.xml"/><Relationship Id="rId20" Type="http://schemas.openxmlformats.org/officeDocument/2006/relationships/diagramColors" Target="../diagrams/colors19.xml"/><Relationship Id="rId29" Type="http://schemas.openxmlformats.org/officeDocument/2006/relationships/diagramQuickStyle" Target="../diagrams/quickStyle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24" Type="http://schemas.openxmlformats.org/officeDocument/2006/relationships/diagramQuickStyle" Target="../diagrams/quickStyle20.xml"/><Relationship Id="rId5" Type="http://schemas.openxmlformats.org/officeDocument/2006/relationships/diagramColors" Target="../diagrams/colors16.xml"/><Relationship Id="rId15" Type="http://schemas.openxmlformats.org/officeDocument/2006/relationships/diagramColors" Target="../diagrams/colors18.xml"/><Relationship Id="rId23" Type="http://schemas.openxmlformats.org/officeDocument/2006/relationships/diagramLayout" Target="../diagrams/layout20.xml"/><Relationship Id="rId28" Type="http://schemas.openxmlformats.org/officeDocument/2006/relationships/diagramLayout" Target="../diagrams/layout21.xml"/><Relationship Id="rId10" Type="http://schemas.openxmlformats.org/officeDocument/2006/relationships/diagramColors" Target="../diagrams/colors17.xml"/><Relationship Id="rId19" Type="http://schemas.openxmlformats.org/officeDocument/2006/relationships/diagramQuickStyle" Target="../diagrams/quickStyle19.xml"/><Relationship Id="rId31" Type="http://schemas.microsoft.com/office/2007/relationships/diagramDrawing" Target="../diagrams/drawing21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Relationship Id="rId14" Type="http://schemas.openxmlformats.org/officeDocument/2006/relationships/diagramQuickStyle" Target="../diagrams/quickStyle18.xml"/><Relationship Id="rId22" Type="http://schemas.openxmlformats.org/officeDocument/2006/relationships/diagramData" Target="../diagrams/data21.xml"/><Relationship Id="rId27" Type="http://schemas.openxmlformats.org/officeDocument/2006/relationships/diagramData" Target="../diagrams/data22.xml"/><Relationship Id="rId30" Type="http://schemas.openxmlformats.org/officeDocument/2006/relationships/diagramColors" Target="../diagrams/colors2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diagramLayout" Target="../diagrams/layout22.xml"/><Relationship Id="rId7" Type="http://schemas.openxmlformats.org/officeDocument/2006/relationships/package" Target="../embeddings/Microsoft_Excel_Worksheet1.xlsx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emf"/><Relationship Id="rId4" Type="http://schemas.openxmlformats.org/officeDocument/2006/relationships/package" Target="../embeddings/Microsoft_Excel_Worksheet4.xls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7" Type="http://schemas.openxmlformats.org/officeDocument/2006/relationships/image" Target="../media/image79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8.xlsx"/><Relationship Id="rId5" Type="http://schemas.openxmlformats.org/officeDocument/2006/relationships/image" Target="../media/image78.emf"/><Relationship Id="rId4" Type="http://schemas.openxmlformats.org/officeDocument/2006/relationships/package" Target="../embeddings/Microsoft_Excel_Worksheet7.xlsx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diagramLayout" Target="../diagrams/layout24.xml"/><Relationship Id="rId7" Type="http://schemas.openxmlformats.org/officeDocument/2006/relationships/package" Target="../embeddings/Microsoft_Excel_Worksheet9.xlsx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D5F8-B55E-E8D5-EB3E-BBB5D43CA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pPr rtl="1">
              <a:lnSpc>
                <a:spcPct val="150000"/>
              </a:lnSpc>
            </a:pPr>
            <a:r>
              <a:rPr lang="fa-IR" b="1" dirty="0">
                <a:cs typeface="B Nazanin" panose="00000400000000000000" pitchFamily="2" charset="-78"/>
              </a:rPr>
              <a:t>به نام خدا</a:t>
            </a:r>
            <a:br>
              <a:rPr lang="fa-IR" b="1" dirty="0">
                <a:cs typeface="B Nazanin" panose="00000400000000000000" pitchFamily="2" charset="-78"/>
              </a:rPr>
            </a:br>
            <a:r>
              <a:rPr lang="fa-IR" sz="2900" b="1" dirty="0">
                <a:cs typeface="B Nazanin" panose="00000400000000000000" pitchFamily="2" charset="-78"/>
              </a:rPr>
              <a:t>تمرین سوم و پروژه نهایی دوره آمار</a:t>
            </a:r>
            <a:br>
              <a:rPr lang="en-US" sz="2900" b="1" dirty="0">
                <a:cs typeface="B Nazanin" panose="00000400000000000000" pitchFamily="2" charset="-78"/>
              </a:rPr>
            </a:br>
            <a:r>
              <a:rPr lang="en-US" sz="2900" b="1" dirty="0">
                <a:cs typeface="B Nazanin" panose="00000400000000000000" pitchFamily="2" charset="-78"/>
              </a:rPr>
              <a:t>(Karmand Excel File)</a:t>
            </a:r>
            <a:br>
              <a:rPr lang="fa-IR" sz="2900" b="1" dirty="0">
                <a:cs typeface="B Nazanin" panose="00000400000000000000" pitchFamily="2" charset="-78"/>
              </a:rPr>
            </a:br>
            <a:r>
              <a:rPr lang="fa-IR" sz="2900" b="1" dirty="0">
                <a:cs typeface="B Nazanin" panose="00000400000000000000" pitchFamily="2" charset="-78"/>
              </a:rPr>
              <a:t>دانشجو: علی انصاری</a:t>
            </a:r>
            <a:endParaRPr lang="en-US" sz="29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25994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6244"/>
            <a:ext cx="12192000" cy="2387600"/>
          </a:xfrm>
        </p:spPr>
        <p:txBody>
          <a:bodyPr>
            <a:normAutofit fontScale="90000"/>
          </a:bodyPr>
          <a:lstStyle/>
          <a:p>
            <a:pPr algn="r" rtl="1">
              <a:lnSpc>
                <a:spcPct val="150000"/>
              </a:lnSpc>
            </a:pPr>
            <a:r>
              <a:rPr lang="fa-IR" sz="4000" b="1" u="sng" dirty="0">
                <a:cs typeface="B Nazanin" panose="00000400000000000000" pitchFamily="2" charset="-78"/>
              </a:rPr>
              <a:t>شرح پروژه:</a:t>
            </a:r>
            <a:br>
              <a:rPr lang="fa-IR" sz="4000" b="1" u="sng" dirty="0">
                <a:cs typeface="B Nazanin" panose="00000400000000000000" pitchFamily="2" charset="-78"/>
              </a:rPr>
            </a:br>
            <a:r>
              <a:rPr lang="fa-IR" sz="2900" dirty="0">
                <a:cs typeface="B Nazanin" panose="00000400000000000000" pitchFamily="2" charset="-78"/>
              </a:rPr>
              <a:t>در این پروژه قصد داریم عملیات‌های ذیل را در بستر </a:t>
            </a:r>
            <a:r>
              <a:rPr lang="en-US" sz="2200" dirty="0">
                <a:cs typeface="B Nazanin" panose="00000400000000000000" pitchFamily="2" charset="-78"/>
              </a:rPr>
              <a:t>Excel</a:t>
            </a:r>
            <a:r>
              <a:rPr lang="fa-IR" sz="2900" dirty="0">
                <a:cs typeface="B Nazanin" panose="00000400000000000000" pitchFamily="2" charset="-78"/>
              </a:rPr>
              <a:t> و به کمک افزونه </a:t>
            </a:r>
            <a:r>
              <a:rPr lang="en-US" sz="2200" dirty="0">
                <a:cs typeface="B Nazanin" panose="00000400000000000000" pitchFamily="2" charset="-78"/>
              </a:rPr>
              <a:t>Xlstat</a:t>
            </a:r>
            <a:r>
              <a:rPr lang="fa-IR" sz="2900" dirty="0">
                <a:cs typeface="B Nazanin" panose="00000400000000000000" pitchFamily="2" charset="-78"/>
              </a:rPr>
              <a:t> بر روی دیتاست </a:t>
            </a:r>
            <a:r>
              <a:rPr lang="en-US" sz="2200" dirty="0">
                <a:cs typeface="B Nazanin" panose="00000400000000000000" pitchFamily="2" charset="-78"/>
              </a:rPr>
              <a:t>Karmand_1</a:t>
            </a:r>
            <a:r>
              <a:rPr lang="fa-IR" sz="2200" dirty="0">
                <a:cs typeface="B Nazanin" panose="00000400000000000000" pitchFamily="2" charset="-78"/>
              </a:rPr>
              <a:t> </a:t>
            </a:r>
            <a:r>
              <a:rPr lang="fa-IR" sz="2900" dirty="0">
                <a:cs typeface="B Nazanin" panose="00000400000000000000" pitchFamily="2" charset="-78"/>
              </a:rPr>
              <a:t>انجام دهیم.</a:t>
            </a:r>
            <a:br>
              <a:rPr lang="fa-IR" sz="4000" dirty="0">
                <a:cs typeface="B Nazanin" panose="00000400000000000000" pitchFamily="2" charset="-78"/>
              </a:rPr>
            </a:br>
            <a:endParaRPr lang="en-US" sz="4000" b="1" dirty="0">
              <a:cs typeface="B Nazanin" panose="000004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B74B7-46C5-08A8-1832-3E7B085CF023}"/>
              </a:ext>
            </a:extLst>
          </p:cNvPr>
          <p:cNvSpPr/>
          <p:nvPr/>
        </p:nvSpPr>
        <p:spPr>
          <a:xfrm>
            <a:off x="0" y="1932474"/>
            <a:ext cx="12192000" cy="4422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1. بررسی نوع متغیرها</a:t>
            </a: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2. بررسی هر متغیر در جدول آمار توصیفی</a:t>
            </a: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3. تابع چندک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+mj-ea"/>
                <a:cs typeface="B Nazanin" panose="00000400000000000000" pitchFamily="2" charset="-78"/>
              </a:rPr>
              <a:t>(Quantiles)</a:t>
            </a: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4. ترسیم چارت بر روی فیلدها</a:t>
            </a: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5. شناسایی دادگان پرت</a:t>
            </a: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6. تست نرمال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+mj-ea"/>
                <a:cs typeface="B Nazanin" panose="00000400000000000000" pitchFamily="2" charset="-78"/>
              </a:rPr>
              <a:t>(Normality Test)</a:t>
            </a: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7. بررسی هم‌بستگی بین متغیرها(پیرسون، اسپیرمن، بایزریال)</a:t>
            </a: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8. ارائه مدل رگرسیونی</a:t>
            </a: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E250E-262F-EF6C-2A95-9F3BBF58EA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" t="-1" r="887" b="-1"/>
          <a:stretch/>
        </p:blipFill>
        <p:spPr>
          <a:xfrm>
            <a:off x="1447800" y="1370044"/>
            <a:ext cx="3181350" cy="295003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88119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72309"/>
            <a:ext cx="12192000" cy="811763"/>
          </a:xfrm>
        </p:spPr>
        <p:txBody>
          <a:bodyPr anchor="ctr">
            <a:normAutofit fontScale="90000"/>
          </a:bodyPr>
          <a:lstStyle/>
          <a:p>
            <a:pPr algn="r" rtl="1">
              <a:lnSpc>
                <a:spcPct val="150000"/>
              </a:lnSpc>
            </a:pPr>
            <a:r>
              <a:rPr lang="fa-IR" sz="2400" b="1" u="sng" dirty="0">
                <a:cs typeface="B Nazanin" panose="00000400000000000000" pitchFamily="2" charset="-78"/>
              </a:rPr>
              <a:t>شرح دیتاست:</a:t>
            </a:r>
            <a:br>
              <a:rPr lang="fa-IR" sz="4000" b="1" u="sng" dirty="0">
                <a:cs typeface="B Nazanin" panose="00000400000000000000" pitchFamily="2" charset="-78"/>
              </a:rPr>
            </a:br>
            <a:r>
              <a:rPr lang="fa-IR" sz="2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دیتاست </a:t>
            </a:r>
            <a:r>
              <a:rPr lang="en-US" sz="2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Karmand_1</a:t>
            </a:r>
            <a:r>
              <a:rPr lang="fa-IR" sz="2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متشکل از 10 فیلد می‌باشد. برای تعریف و پیشبرد بهتر مسئله فرمت هر فیلد را در صورت لزوم باز تعریف کرده‌ایم. به عنوان مثال </a:t>
            </a:r>
            <a:r>
              <a:rPr lang="en-US" sz="2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bDate</a:t>
            </a:r>
            <a:r>
              <a:rPr lang="fa-IR" sz="2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از فرمت </a:t>
            </a:r>
            <a:r>
              <a:rPr lang="en-US" sz="2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Custom</a:t>
            </a:r>
            <a:r>
              <a:rPr lang="fa-IR" sz="2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به فرمت </a:t>
            </a:r>
            <a:r>
              <a:rPr lang="en-US" sz="2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Date</a:t>
            </a:r>
            <a:r>
              <a:rPr lang="fa-IR" sz="2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بازتعریف شده است</a:t>
            </a:r>
            <a:r>
              <a:rPr lang="fa-IR" sz="2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. </a:t>
            </a:r>
            <a:br>
              <a:rPr lang="fa-IR" sz="8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br>
              <a:rPr lang="fa-IR" sz="2900" dirty="0">
                <a:cs typeface="B Nazanin" panose="00000400000000000000" pitchFamily="2" charset="-78"/>
              </a:rPr>
            </a:br>
            <a:endParaRPr lang="en-US" sz="4000" b="1" dirty="0">
              <a:cs typeface="B Nazanin" panose="000004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B74B7-46C5-08A8-1832-3E7B085CF023}"/>
              </a:ext>
            </a:extLst>
          </p:cNvPr>
          <p:cNvSpPr/>
          <p:nvPr/>
        </p:nvSpPr>
        <p:spPr>
          <a:xfrm>
            <a:off x="0" y="1932474"/>
            <a:ext cx="12192000" cy="4422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B59183-E220-12F6-E826-D74D74A48288}"/>
              </a:ext>
            </a:extLst>
          </p:cNvPr>
          <p:cNvSpPr txBox="1">
            <a:spLocks/>
          </p:cNvSpPr>
          <p:nvPr/>
        </p:nvSpPr>
        <p:spPr>
          <a:xfrm>
            <a:off x="0" y="1932474"/>
            <a:ext cx="12192000" cy="44789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r" rtl="1">
              <a:lnSpc>
                <a:spcPct val="170000"/>
              </a:lnSpc>
              <a:buFont typeface="Wingdings" panose="05000000000000000000" pitchFamily="2" charset="2"/>
              <a:buChar char="Å"/>
            </a:pPr>
            <a:r>
              <a:rPr lang="fa-IR" sz="8800" b="1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B Nazanin" panose="00000400000000000000" pitchFamily="2" charset="-78"/>
              </a:rPr>
              <a:t>فیلد اول</a:t>
            </a:r>
            <a:r>
              <a:rPr lang="fa-IR" sz="8800" b="1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 </a:t>
            </a:r>
            <a:r>
              <a:rPr lang="en-US" sz="8800" b="1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B Nazanin" panose="00000400000000000000" pitchFamily="2" charset="-78"/>
              </a:rPr>
              <a:t>id</a:t>
            </a:r>
            <a:br>
              <a:rPr lang="fa-IR" sz="2700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fa-IR" sz="72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B Nazanin" panose="00000400000000000000" pitchFamily="2" charset="-78"/>
              </a:rPr>
              <a:t>شناسه‌ای متمایز و انحصاری به ازای هر کارمند با دامنه 1 تا 474 می‌باشد.</a:t>
            </a:r>
          </a:p>
          <a:p>
            <a:pPr marL="342900" indent="-342900" algn="r" rtl="1">
              <a:lnSpc>
                <a:spcPct val="170000"/>
              </a:lnSpc>
              <a:buFont typeface="Wingdings" panose="05000000000000000000" pitchFamily="2" charset="2"/>
              <a:buChar char="Å"/>
            </a:pP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فیلد دوم </a:t>
            </a:r>
            <a:r>
              <a:rPr lang="en-US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gender</a:t>
            </a: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(جنسیت)</a:t>
            </a:r>
            <a:br>
              <a:rPr lang="fa-IR" sz="27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جنسیت کارمند در آن مشخص شده است. و به دو حالت </a:t>
            </a:r>
            <a: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F(Female)</a:t>
            </a: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(برابر با صفر) برای خانم‌ها و </a:t>
            </a:r>
            <a: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M(Male)</a:t>
            </a: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(برابر با یک) برای آقایان است</a:t>
            </a:r>
            <a:r>
              <a:rPr lang="fa-IR" sz="8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.</a:t>
            </a:r>
          </a:p>
          <a:p>
            <a:pPr marL="342900" indent="-342900" algn="r" rtl="1">
              <a:lnSpc>
                <a:spcPct val="170000"/>
              </a:lnSpc>
              <a:buFont typeface="Wingdings" panose="05000000000000000000" pitchFamily="2" charset="2"/>
              <a:buChar char="Å"/>
            </a:pP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فیلد سوم </a:t>
            </a:r>
            <a:r>
              <a:rPr lang="en-US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(Birthdate)bdate</a:t>
            </a: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(سال تولد)  </a:t>
            </a:r>
            <a:br>
              <a:rPr lang="fa-IR" sz="2700" b="1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تاریخ تولد کارمند در این فیلد درج شده است. که بازه‌ای از سال 1929 تا 1971 را شامل می‌شود. </a:t>
            </a:r>
            <a:r>
              <a:rPr lang="fa-IR" sz="7200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برای تاثیر در تحلیل‌ها بهتر است به سن بر حسب سال که متغیری</a:t>
            </a:r>
            <a:br>
              <a:rPr lang="en-US" sz="7200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کمی است تبدیل بشود.(در تابع </a:t>
            </a:r>
            <a:r>
              <a:rPr lang="en-US" sz="7200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=DateDif(bdate, ”Reference Year”, ”Y”) </a:t>
            </a:r>
            <a:r>
              <a:rPr lang="fa-IR" sz="7200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سال مبنا 01/01/2000 در نظر گرفته شده است)</a:t>
            </a: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(رکورد با </a:t>
            </a:r>
            <a: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id</a:t>
            </a: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=434 دارای مقدار </a:t>
            </a:r>
            <a: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Null</a:t>
            </a: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می‌باشد، که به طرق مختلفی امکان مدیریت آن وجود دارد؛ با توجه به اینکه صرفا یک رکورد می‌باشد و حذف آن تاثیر محسوسی در ادامه پروژه نمی‌گذارد، آنرا حذف می‌کنیم و با این حساب شمار </a:t>
            </a:r>
            <a: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id</a:t>
            </a: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ها به 473 می‌رسد)</a:t>
            </a:r>
          </a:p>
          <a:p>
            <a:pPr marL="342900" indent="-342900" algn="r" rtl="1">
              <a:lnSpc>
                <a:spcPct val="170000"/>
              </a:lnSpc>
              <a:buFont typeface="Wingdings" panose="05000000000000000000" pitchFamily="2" charset="2"/>
              <a:buChar char="Å"/>
            </a:pP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فیلد چهارم </a:t>
            </a:r>
            <a:r>
              <a:rPr lang="en-US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(Education)educ</a:t>
            </a: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(تحصیلات)</a:t>
            </a:r>
            <a:b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سطح تحصیلات کارمندان(بر حسب سال) در بازه‌ای بین 8 تا 21(10 رنک)درج شده است.(به عنوان مثال8= تحصیلات دبیرستانی،</a:t>
            </a:r>
            <a:r>
              <a:rPr lang="ar-SA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12= دیپلم، 16= لیسانس</a:t>
            </a: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و...)</a:t>
            </a:r>
            <a:br>
              <a:rPr lang="fa-IR" sz="8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br>
              <a:rPr lang="fa-IR" sz="2900" dirty="0">
                <a:cs typeface="B Nazanin" panose="00000400000000000000" pitchFamily="2" charset="-78"/>
              </a:rPr>
            </a:br>
            <a:br>
              <a:rPr lang="fa-IR" sz="2900" dirty="0">
                <a:cs typeface="B Nazanin" panose="00000400000000000000" pitchFamily="2" charset="-78"/>
              </a:rPr>
            </a:br>
            <a:endParaRPr lang="en-US" sz="40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3157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6B74B7-46C5-08A8-1832-3E7B085CF023}"/>
              </a:ext>
            </a:extLst>
          </p:cNvPr>
          <p:cNvSpPr/>
          <p:nvPr/>
        </p:nvSpPr>
        <p:spPr>
          <a:xfrm>
            <a:off x="0" y="1932474"/>
            <a:ext cx="12192000" cy="4422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B59183-E220-12F6-E826-D74D74A48288}"/>
              </a:ext>
            </a:extLst>
          </p:cNvPr>
          <p:cNvSpPr txBox="1">
            <a:spLocks/>
          </p:cNvSpPr>
          <p:nvPr/>
        </p:nvSpPr>
        <p:spPr>
          <a:xfrm>
            <a:off x="0" y="1292186"/>
            <a:ext cx="12192000" cy="44789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r" rtl="1">
              <a:lnSpc>
                <a:spcPct val="170000"/>
              </a:lnSpc>
              <a:buFont typeface="Wingdings" panose="05000000000000000000" pitchFamily="2" charset="2"/>
              <a:buChar char="Å"/>
            </a:pPr>
            <a:r>
              <a:rPr kumimoji="0" lang="fa-IR" sz="8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B Nazanin" panose="00000400000000000000" pitchFamily="2" charset="-78"/>
              </a:rPr>
              <a:t>فیلد پنجم </a:t>
            </a: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B Nazanin" panose="00000400000000000000" pitchFamily="2" charset="-78"/>
              </a:rPr>
              <a:t>(Job Category)jobcat</a:t>
            </a:r>
            <a:r>
              <a:rPr kumimoji="0" lang="fa-IR" sz="8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B Nazanin" panose="00000400000000000000" pitchFamily="2" charset="-78"/>
              </a:rPr>
              <a:t>(دسته شغلی)</a:t>
            </a:r>
            <a:br>
              <a:rPr kumimoji="0" lang="fa-IR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B Nazanin" panose="00000400000000000000" pitchFamily="2" charset="-78"/>
              </a:rPr>
            </a:br>
            <a:r>
              <a:rPr kumimoji="0" lang="fa-IR" sz="7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B Nazanin" panose="00000400000000000000" pitchFamily="2" charset="-78"/>
              </a:rPr>
              <a:t>دسته شغلی کارمندان در 3 رنک(1، 2، 3) آورده شده است.</a:t>
            </a:r>
            <a:endParaRPr lang="fa-IR" sz="8800" b="1" dirty="0">
              <a:solidFill>
                <a:srgbClr val="000000"/>
              </a:solidFill>
              <a:latin typeface="Calibri Light" panose="020F0302020204030204" pitchFamily="34" charset="0"/>
              <a:cs typeface="B Nazanin" panose="00000400000000000000" pitchFamily="2" charset="-78"/>
            </a:endParaRPr>
          </a:p>
          <a:p>
            <a:pPr marL="342900" indent="-342900" algn="r" rtl="1">
              <a:lnSpc>
                <a:spcPct val="170000"/>
              </a:lnSpc>
              <a:buFont typeface="Wingdings" panose="05000000000000000000" pitchFamily="2" charset="2"/>
              <a:buChar char="Å"/>
            </a:pP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فیلد ششم </a:t>
            </a:r>
            <a:r>
              <a:rPr lang="en-US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salary</a:t>
            </a: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(درآمد)</a:t>
            </a:r>
            <a:br>
              <a:rPr lang="fa-IR" sz="2700" b="1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میزان دریافتی و درآمد کارمندان در این فیلد در بازه‌ای بین 15750 تا 135000 و بر حسب دلار در سال درج شده است.</a:t>
            </a:r>
          </a:p>
          <a:p>
            <a:pPr marL="342900" indent="-342900" algn="r" rtl="1">
              <a:lnSpc>
                <a:spcPct val="170000"/>
              </a:lnSpc>
              <a:buFont typeface="Wingdings" panose="05000000000000000000" pitchFamily="2" charset="2"/>
              <a:buChar char="Å"/>
            </a:pP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فیلد هفتم </a:t>
            </a:r>
            <a:r>
              <a:rPr lang="en-US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(Salary Begin)salbegin</a:t>
            </a: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(درآمد ابتدایی)</a:t>
            </a:r>
            <a:br>
              <a:rPr lang="fa-IR" sz="2700" b="1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درآمد بدو ورود کارمند در این فیلد و در بازه‌ی 9000 تا 79980 آورده شده است.</a:t>
            </a:r>
          </a:p>
          <a:p>
            <a:pPr marL="342900" indent="-342900" algn="r" rtl="1">
              <a:lnSpc>
                <a:spcPct val="170000"/>
              </a:lnSpc>
              <a:buFont typeface="Wingdings" panose="05000000000000000000" pitchFamily="2" charset="2"/>
              <a:buChar char="Å"/>
            </a:pP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فیلد هشتم </a:t>
            </a:r>
            <a:r>
              <a:rPr lang="en-US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jobtime</a:t>
            </a:r>
            <a:br>
              <a:rPr lang="fa-IR" sz="2700" b="1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مدت زمان حضور هر فرد در آن موقعیت شغلی را نمایش می‌دهد. (بر حسب ماه)</a:t>
            </a:r>
          </a:p>
          <a:p>
            <a:pPr marL="342900" indent="-342900" algn="r" rtl="1">
              <a:lnSpc>
                <a:spcPct val="170000"/>
              </a:lnSpc>
              <a:buFont typeface="Wingdings" panose="05000000000000000000" pitchFamily="2" charset="2"/>
              <a:buChar char="Å"/>
            </a:pP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فیلد نهم </a:t>
            </a:r>
            <a:r>
              <a:rPr lang="en-US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(Previous Experience)prevexp</a:t>
            </a: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(تجربه کاری قبلی)</a:t>
            </a:r>
            <a:br>
              <a:rPr lang="fa-IR" sz="2700" b="1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مدت زمان فعالیت پیشین به تفکیک هر فرد بر حسب ماه نمایش داده شده است. (صفر بیانگر سابقه کاری نداشتن در گذشته است.)</a:t>
            </a:r>
          </a:p>
          <a:p>
            <a:pPr marL="342900" indent="-342900" algn="r" rtl="1">
              <a:lnSpc>
                <a:spcPct val="120000"/>
              </a:lnSpc>
              <a:buFont typeface="Wingdings" panose="05000000000000000000" pitchFamily="2" charset="2"/>
              <a:buChar char="Å"/>
            </a:pP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فیلد دهم </a:t>
            </a:r>
            <a:r>
              <a:rPr lang="en-US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minority</a:t>
            </a:r>
            <a:r>
              <a:rPr lang="fa-IR" sz="8800" b="1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(وضعیت اقلیت)</a:t>
            </a:r>
            <a:br>
              <a:rPr lang="fa-IR" sz="2700" b="1" u="sng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وضعیت اقلیت هر فرد برای مطالعه تنوع نیروی کار و تبعیض شغلی احتمالا در نظر گرفته شده است. (صفر بیانگر غیر اقلیت بودن و یک بیانگیر اقلیت بودن می‌باشد.)</a:t>
            </a:r>
            <a:br>
              <a:rPr lang="fa-IR" sz="8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br>
              <a:rPr lang="fa-IR" sz="80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با توجه به تعاریف صورت گرفته، تحلیل‌های زیر را می‌توان در این دیتاست مورد بررسی قرار داد؛</a:t>
            </a:r>
            <a:b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1. بررسی تفاوت حقوق با توجه به فیلد </a:t>
            </a:r>
            <a: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Gender</a:t>
            </a:r>
            <a:b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2. بررسی تاثیر فیلدهای </a:t>
            </a:r>
            <a: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Education , PrevexP , Bdate, Jobcat</a:t>
            </a: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بر فیلد </a:t>
            </a:r>
            <a: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Salary</a:t>
            </a:r>
            <a:b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3. بررسی تبعیض احتمالی در پرداخت حقوق و استخدام و گروه شغلی با در نظر گرفتن فیلدهای </a:t>
            </a:r>
            <a: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Minority, Gender, Salary, Jobcat</a:t>
            </a: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</a:t>
            </a:r>
            <a:b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4. بررسی رابطه بین </a:t>
            </a:r>
            <a:r>
              <a:rPr lang="en-US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Jobcat , Salary</a:t>
            </a:r>
            <a: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  <a:t> که بیانگر رابطه بین گروه شغلی هر فرد و حقوق دریافتی او می‌باشد</a:t>
            </a:r>
            <a:br>
              <a:rPr lang="fa-IR" sz="7200" dirty="0">
                <a:solidFill>
                  <a:srgbClr val="000000"/>
                </a:solidFill>
                <a:latin typeface="Calibri Light" panose="020F0302020204030204" pitchFamily="34" charset="0"/>
                <a:cs typeface="B Nazanin" panose="00000400000000000000" pitchFamily="2" charset="-78"/>
              </a:rPr>
            </a:br>
            <a:br>
              <a:rPr lang="fa-IR" sz="2900" dirty="0">
                <a:cs typeface="B Nazanin" panose="00000400000000000000" pitchFamily="2" charset="-78"/>
              </a:rPr>
            </a:br>
            <a:br>
              <a:rPr lang="fa-IR" sz="2900" dirty="0">
                <a:cs typeface="B Nazanin" panose="00000400000000000000" pitchFamily="2" charset="-78"/>
              </a:rPr>
            </a:br>
            <a:endParaRPr lang="en-US" sz="40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29638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1. بررسی نوع متغیرها</a:t>
            </a:r>
            <a:endParaRPr lang="en-US" sz="2900" b="1" u="sng" dirty="0">
              <a:cs typeface="B Titr" panose="00000700000000000000" pitchFamily="2" charset="-78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16DBCC4-DDDA-B674-697D-21C211870ADB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701001"/>
              </p:ext>
            </p:extLst>
          </p:nvPr>
        </p:nvGraphicFramePr>
        <p:xfrm>
          <a:off x="6249957" y="1344612"/>
          <a:ext cx="5103844" cy="4636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317015" imgH="5935972" progId="Excel.Sheet.12">
                  <p:embed/>
                </p:oleObj>
              </mc:Choice>
              <mc:Fallback>
                <p:oleObj name="Worksheet" r:id="rId2" imgW="6317015" imgH="593597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49957" y="1344612"/>
                        <a:ext cx="5103844" cy="4636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C30CF25-0F95-85EB-2B8E-02759BBA3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344611"/>
            <a:ext cx="5103845" cy="463631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02782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2. آمار توصیفی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2-1 آمار توصیفی متغیرهای کمی</a:t>
            </a: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299489-0751-8488-5C98-7DF856121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894" y="1614236"/>
            <a:ext cx="7382905" cy="4991797"/>
          </a:xfrm>
          <a:prstGeom prst="rect">
            <a:avLst/>
          </a:prstGeom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A395176C-FC17-F475-5165-2A3B0BAE4A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1503444"/>
              </p:ext>
            </p:extLst>
          </p:nvPr>
        </p:nvGraphicFramePr>
        <p:xfrm>
          <a:off x="838199" y="1614236"/>
          <a:ext cx="2670629" cy="4991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9055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558116-13EA-2538-3E29-809E1445D7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700142"/>
              </p:ext>
            </p:extLst>
          </p:nvPr>
        </p:nvGraphicFramePr>
        <p:xfrm>
          <a:off x="838200" y="65315"/>
          <a:ext cx="105156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9339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2. آمار توصیفی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2-2 آمار توصیفی متغیرهای کیفی</a:t>
            </a: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D7395F-E760-C793-E177-E3C14E1D6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" y="3355133"/>
            <a:ext cx="11658600" cy="3390900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B39F723-B9CC-DFE4-BD84-2060F95BBD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7634066"/>
              </p:ext>
            </p:extLst>
          </p:nvPr>
        </p:nvGraphicFramePr>
        <p:xfrm>
          <a:off x="2031999" y="1474236"/>
          <a:ext cx="8128000" cy="1614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917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558116-13EA-2538-3E29-809E1445D7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279797"/>
              </p:ext>
            </p:extLst>
          </p:nvPr>
        </p:nvGraphicFramePr>
        <p:xfrm>
          <a:off x="838200" y="0"/>
          <a:ext cx="105156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173D1ADC-6B9B-5E7A-4AD8-4D84CB84AE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36905"/>
              </p:ext>
            </p:extLst>
          </p:nvPr>
        </p:nvGraphicFramePr>
        <p:xfrm>
          <a:off x="6613526" y="2138408"/>
          <a:ext cx="4740274" cy="2048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A012D6-9E89-BDA9-E5E0-B7EC4A7FDAC6}"/>
              </a:ext>
            </a:extLst>
          </p:cNvPr>
          <p:cNvSpPr/>
          <p:nvPr/>
        </p:nvSpPr>
        <p:spPr>
          <a:xfrm>
            <a:off x="3409024" y="2922972"/>
            <a:ext cx="3204502" cy="85003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7556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a-IR" sz="17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  <a:cs typeface="B Nazanin" panose="00000400000000000000" pitchFamily="2" charset="-78"/>
              </a:rPr>
              <a:t>بخش بزرگی از نیروی کار را کارمندان سطح پایه تشکیل می‌دهند و توزیع بسیار نامتوازن می‌باشد.</a:t>
            </a:r>
            <a:endParaRPr lang="en-US" sz="17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cs typeface="B Nazanin" panose="00000400000000000000" pitchFamily="2" charset="-78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072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3. تابع چندک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3-1 فیلد </a:t>
            </a:r>
            <a:r>
              <a:rPr lang="en-US" sz="2200" b="1" dirty="0">
                <a:cs typeface="B Titr" panose="00000700000000000000" pitchFamily="2" charset="-78"/>
              </a:rPr>
              <a:t>Age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B1CF34-B4B4-1623-930B-9CB96BC13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732" y="1617562"/>
            <a:ext cx="3932067" cy="36228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توزیع نسبتا متقارن با کمی چولگی به سمت سنین بالاتر می‌باشد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25 درصد از مسن‌ترین کارکنان بین 51 تا 70 سال قرار دارند</a:t>
            </a:r>
          </a:p>
        </p:txBody>
      </p:sp>
    </p:spTree>
    <p:extLst>
      <p:ext uri="{BB962C8B-B14F-4D97-AF65-F5344CB8AC3E}">
        <p14:creationId xmlns:p14="http://schemas.microsoft.com/office/powerpoint/2010/main" val="897352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3. تابع چندک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3-2 فیلد </a:t>
            </a:r>
            <a:r>
              <a:rPr lang="en-US" sz="2200" b="1" dirty="0">
                <a:cs typeface="B Titr" panose="00000700000000000000" pitchFamily="2" charset="-78"/>
              </a:rPr>
              <a:t>Educ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دامنه تحصیلات بین 8 تا 21 سال است←حضور کارکنان از سطوح متوسط تا عالی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توجه به میانه و چارک←بیشتر کارکنان تحصیلات دیپلم تا فوق دیپلم/ کارشناسی دارند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توجه به مقدار 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IQR=15-12=3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 ←پراکندگی تحصیلات کم می‌باشد که بیانگر این می‌باشد که اکثر کارکنان در سطح نسبتا مشابهی تحصیل کرده‌اند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7AD76-79B8-81A1-5C19-129299BD9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399" y="1617562"/>
            <a:ext cx="3962400" cy="38481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86491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3. تابع چندک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3-3 فیلد </a:t>
            </a:r>
            <a:r>
              <a:rPr lang="en-US" sz="2200" b="1" dirty="0">
                <a:cs typeface="B Titr" panose="00000700000000000000" pitchFamily="2" charset="-78"/>
              </a:rPr>
              <a:t>Salary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فاصله بسیار زیادی بین صدک 95 و حداکثر حقوق وجود دارد که بیانگر وجود داده‌های پرت می‌باشد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EA396-C7AE-4C0A-FA11-123716CCE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499" y="1617562"/>
            <a:ext cx="3924300" cy="38957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36902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3. تابع چندک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3-4 فیلد </a:t>
            </a:r>
            <a:r>
              <a:rPr lang="en-US" sz="2200" b="1" dirty="0">
                <a:cs typeface="B Titr" panose="00000700000000000000" pitchFamily="2" charset="-78"/>
              </a:rPr>
              <a:t>Salbegin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توجه به چولگی بالای این متغیر←افراد بسیار کمی با حقوق شروع بسیار بالا وارد سازمان شده‌اند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AC033-BB01-25A8-6CD2-6EAECD213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24" y="1617562"/>
            <a:ext cx="3952875" cy="39052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98642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3. تابع چندک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3-5 فیلد </a:t>
            </a:r>
            <a:r>
              <a:rPr lang="en-US" sz="2200" b="1" dirty="0">
                <a:cs typeface="B Titr" panose="00000700000000000000" pitchFamily="2" charset="-78"/>
              </a:rPr>
              <a:t>Jobtime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توجه به مقدار 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IQR=90-72=18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 ←اکثرا بین 6 تا 7.5 سال سابقه دارند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پراکندگی داده‌ها کم می‌باشد← اختلاف حدود 3 سال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تقریبا تمام کارکنان بین 5 تا 8 سال سابقه دارند←مجموعه با ثبات شغلی بالا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4D4C6D-BF35-47F1-0A4E-60EC573FB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024" y="1617562"/>
            <a:ext cx="3914775" cy="38766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47879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3. تابع چندک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3-6 فیلد </a:t>
            </a:r>
            <a:r>
              <a:rPr lang="en-US" sz="2200" b="1" dirty="0">
                <a:cs typeface="B Titr" panose="00000700000000000000" pitchFamily="2" charset="-78"/>
              </a:rPr>
              <a:t>PrevexP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توجه به مقدار کم میانه و چولگی به راست توزیع←تعداد کارکنان با سابقه کار بسیار طولانی بسیار کم می‌باشد←حداکثر 39.7 سال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C7D49-D587-904B-47CD-64A8AC7DD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399" y="1617562"/>
            <a:ext cx="3962400" cy="38576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14880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4. نمودارها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4-1 فیلد </a:t>
            </a:r>
            <a:r>
              <a:rPr lang="en-US" sz="2200" b="1" dirty="0">
                <a:cs typeface="B Titr" panose="00000700000000000000" pitchFamily="2" charset="-78"/>
              </a:rPr>
              <a:t>Gender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توجه به اینکه این فیلد کمی می‌باشد؛ برای رسم نمودار از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Pivot Chart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 استفاده شده است.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این نمودار توزیع فراوانی(نسبت) هر دسته(متغیر) را نشان می‌دهد.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توزیع نسبتا متوازن است، اما تعداد متغیر شماره 1 که در دیتاست منظور آقایان هستند؛ کمی بیشتر از تعداد خانم‌ها و متغیر صفر می‌باشد.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حدود %54.3 از جامعه آقایان و %45.7 از جامعه را خانم‌ها تشکیل می‌دهند.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endParaRPr lang="fa-IR" sz="17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6C618-3B83-292C-5720-BA53D6F2A19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9" y="1600200"/>
            <a:ext cx="45720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05087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4. نمودارها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4-2 فیلد </a:t>
            </a:r>
            <a:r>
              <a:rPr lang="en-US" sz="2200" b="1" dirty="0">
                <a:cs typeface="B Titr" panose="00000700000000000000" pitchFamily="2" charset="-78"/>
              </a:rPr>
              <a:t>Age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این توزیع کمی چولگی به راست دارد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(Skewness=0.857)</a:t>
            </a:r>
            <a:endParaRPr lang="fa-IR" sz="17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بیشترین تمرکز سنی در حدود 30 تا 40 سال است(جوان تا میانسال)(میانه=37 سال)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توجه به شکل توزیع←وجود کارکنان در طیف وسیعی از سنین تا 70 سال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46B74A-BD85-2631-8D92-94581884D17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9" y="1600200"/>
            <a:ext cx="45720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48135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4. نمودارها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4-3 فیلد </a:t>
            </a:r>
            <a:r>
              <a:rPr lang="en-US" sz="2200" b="1" dirty="0">
                <a:cs typeface="B Titr" panose="00000700000000000000" pitchFamily="2" charset="-78"/>
              </a:rPr>
              <a:t>Educ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73EC0EC-9806-520B-E19B-258AAC400D32}"/>
                  </a:ext>
                </a:extLst>
              </p:cNvPr>
              <p:cNvSpPr/>
              <p:nvPr/>
            </p:nvSpPr>
            <p:spPr>
              <a:xfrm>
                <a:off x="838199" y="1617562"/>
                <a:ext cx="5257801" cy="3622876"/>
              </a:xfrm>
              <a:prstGeom prst="round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r" rtl="1">
                  <a:lnSpc>
                    <a:spcPct val="150000"/>
                  </a:lnSpc>
                  <a:buFont typeface="Wingdings" panose="05000000000000000000" pitchFamily="2" charset="2"/>
                  <a:buChar char="Å"/>
                </a:pPr>
                <a:r>
                  <a:rPr lang="fa-IR" sz="17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به دلیل اینکه در نمودار رسم شده، هدف مشهود بودن فراوانی هر دسته می‌باشد؛ از </a:t>
                </a:r>
                <a:r>
                  <a:rPr lang="en-US" sz="17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Pivot Chart</a:t>
                </a:r>
                <a:r>
                  <a:rPr lang="fa-IR" sz="17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 استفاده شده‌ است و مقدار فراوانی هر دسته مورد بررسی قرار گرفته است.</a:t>
                </a:r>
              </a:p>
              <a:p>
                <a:pPr marL="285750" indent="-285750" algn="r" rtl="1">
                  <a:lnSpc>
                    <a:spcPct val="150000"/>
                  </a:lnSpc>
                  <a:buFont typeface="Wingdings" panose="05000000000000000000" pitchFamily="2" charset="2"/>
                  <a:buChar char="Å"/>
                </a:pPr>
                <a:r>
                  <a:rPr lang="fa-IR" sz="17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بیش از %40 کارکنان دقیقا 12 سال تحصیل داشته‌اند(حدودا معادل دیپلم)→پرجمعیت‌ترین گروه</a:t>
                </a:r>
              </a:p>
              <a:p>
                <a:pPr marL="285750" indent="-285750" algn="r" rtl="1">
                  <a:lnSpc>
                    <a:spcPct val="150000"/>
                  </a:lnSpc>
                  <a:buFont typeface="Wingdings" panose="05000000000000000000" pitchFamily="2" charset="2"/>
                  <a:buChar char="Å"/>
                </a:pPr>
                <a:r>
                  <a:rPr lang="fa-IR" sz="17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حدود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17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B Nazanin" panose="00000400000000000000" pitchFamily="2" charset="-78"/>
                          </a:rPr>
                        </m:ctrlPr>
                      </m:fPr>
                      <m:num>
                        <m:r>
                          <a:rPr lang="fa-IR" sz="1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B Nazanin" panose="00000400000000000000" pitchFamily="2" charset="-78"/>
                          </a:rPr>
                          <m:t>1</m:t>
                        </m:r>
                      </m:num>
                      <m:den>
                        <m:r>
                          <a:rPr lang="fa-IR" sz="1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B Nazanin" panose="00000400000000000000" pitchFamily="2" charset="-78"/>
                          </a:rPr>
                          <m:t>4</m:t>
                        </m:r>
                      </m:den>
                    </m:f>
                  </m:oMath>
                </a14:m>
                <a:r>
                  <a:rPr lang="fa-IR" sz="17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  کارکنان(%24.5) 15 سال تحصیل داشته‌اند(حدودا معادل لیسانس)→دومین گروه پرجمعیت </a:t>
                </a:r>
              </a:p>
              <a:p>
                <a:pPr marL="285750" indent="-285750" algn="r" rtl="1">
                  <a:lnSpc>
                    <a:spcPct val="150000"/>
                  </a:lnSpc>
                  <a:buFont typeface="Wingdings" panose="05000000000000000000" pitchFamily="2" charset="2"/>
                  <a:buChar char="Å"/>
                </a:pPr>
                <a:r>
                  <a:rPr lang="fa-IR" sz="17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حداکثر تحصیلات برابر با 21 سال و حداقل آن برابر با 8 سال می‌باشد.</a:t>
                </a: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73EC0EC-9806-520B-E19B-258AAC400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17562"/>
                <a:ext cx="5257801" cy="3622876"/>
              </a:xfrm>
              <a:prstGeom prst="roundRect">
                <a:avLst/>
              </a:prstGeom>
              <a:blipFill>
                <a:blip r:embed="rId2"/>
                <a:stretch>
                  <a:fillRect b="-36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9A994C7-8752-03E7-E379-B9269157F4D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781799" y="1600200"/>
            <a:ext cx="45720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86037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4. نمودارها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4-4 فیلد </a:t>
            </a:r>
            <a:r>
              <a:rPr lang="en-US" sz="2200" b="1" dirty="0">
                <a:cs typeface="B Titr" panose="00000700000000000000" pitchFamily="2" charset="-78"/>
              </a:rPr>
              <a:t>JobCat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توجه به اینکه این فیلد کمی می‌باشد؛ برای رسم نمودار از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Pivot Chart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 استفاده شده است.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توزیع بسیار نامتوازن می‌باشد.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اکثریت کارکنان در دسته شماره 1 قرار می‌گیرند←%76.53 از کارکنان←احتمالا فیلد کاری اداری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ساختار سازمانی دارای پایه‌ و اکثریتی از کارکنان دسته شماره 1 و تعداد کمتری در رده‌های تخصصی‌تر و ارشدتر می‌باشد.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7BD21-A08A-4BE6-DB38-D81BC55BA19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9" y="1600200"/>
            <a:ext cx="45720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87481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4. نمودارها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4-5 فیلد </a:t>
            </a:r>
            <a:r>
              <a:rPr lang="en-US" sz="2200" b="1" dirty="0">
                <a:cs typeface="B Titr" panose="00000700000000000000" pitchFamily="2" charset="-78"/>
              </a:rPr>
              <a:t>Salary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این توزیع به شدت چولگی متمایل به راست دارد←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Skewness=2.116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←تعداد کمی از کارکنان حقوق بالا دریافت می‌کنند←تفاوت زیاد بین میانه و میانگین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میله‌های اولیه بسیار بلند هستند ولی به سرعت کاهش می‌یابند←بیشترین فراوانی حدود 15،750 تا 30،000 دلار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25A10-ABA3-C192-9E2C-98C9A7EEC52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9" y="1600200"/>
            <a:ext cx="45720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15510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4. نمودارها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4-6 فیلد </a:t>
            </a:r>
            <a:r>
              <a:rPr lang="en-US" sz="2200" b="1" dirty="0">
                <a:cs typeface="B Titr" panose="00000700000000000000" pitchFamily="2" charset="-78"/>
              </a:rPr>
              <a:t>Salbegin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این توزیع به شدت چولگی متمایل به راست دارد←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Skewness=2.845</a:t>
            </a:r>
            <a:endParaRPr lang="fa-IR" sz="17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اکثریت کارکنان با حقوق‌های بسیار پایین شروع کرده‌اند←بین 9،000 تا 15،000 دلار←قله توزیع در پایین‌ترین بازه‌ها قرار دارد و تعداد بسیار کمی از افراد با حقوق بسیار بالا شروع به کار کرده‌اند.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CDE0FA-3FD7-9DCE-49CB-249D28B594C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9" y="1600200"/>
            <a:ext cx="45720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69913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4. نمودارها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4-7 فیلد </a:t>
            </a:r>
            <a:r>
              <a:rPr lang="en-US" sz="2200" b="1" dirty="0">
                <a:cs typeface="B Titr" panose="00000700000000000000" pitchFamily="2" charset="-78"/>
              </a:rPr>
              <a:t>JobTime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این فیلد تقریبا متقارن می‌باشد و چولگی کمی دارند←کارکنان در طول مدت زمان‌های مختلفی مشغول به کار شده‌اند.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توجه به نزدیکی مقدار میانگین و میانه←توزیع متراکم‌تر در مرکز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E6746-C971-EEE9-2FD8-95BFB3EB06A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9" y="1600200"/>
            <a:ext cx="45720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89486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4. نمودارها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4-8 فیلد </a:t>
            </a:r>
            <a:r>
              <a:rPr lang="en-US" sz="2200" b="1" dirty="0">
                <a:cs typeface="B Titr" panose="00000700000000000000" pitchFamily="2" charset="-78"/>
              </a:rPr>
              <a:t>PrevexP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توزیع به شدت چولگی متمایل به راست دارد←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Skewness=1.502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←اکثر کارکنان با تجربه کم یا صفر استخدام شده‌اند(تعداد کمی دارای سابقه طولانی‌تر هستند←تا 476 ماه، 39.6 سال)</a:t>
            </a:r>
            <a:endParaRPr lang="en-US" sz="17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بیشترین فراوانی(33 کارمند) در بازه 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[0,3]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 ماه می‌باشد←%5 کارکنان در صدک پنجم با صفر ماه تجربه قرار دارند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9DB89B-29D2-41B4-5393-DFCB1304440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9" y="1600200"/>
            <a:ext cx="45720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56183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4. نمودارها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4-9 فیلد </a:t>
            </a:r>
            <a:r>
              <a:rPr lang="en-US" sz="2200" b="1" dirty="0">
                <a:cs typeface="B Titr" panose="00000700000000000000" pitchFamily="2" charset="-78"/>
              </a:rPr>
              <a:t>Minority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5257801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توجه به اینکه این فیلد کمی می‌باشد؛ برای رسم نمودار از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Pivot Chart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 استفاده شده است.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توزیع به شدت نامتقارن می‌باشد و غیراقلیت‌ها فراوانی بیشتری دارند←تقریبا فراوانی غیراقلیت‌ها برابر با %78 از جامعه می‌باشد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504680-2E46-4E88-B1F1-26EC46E494A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9" y="1600200"/>
            <a:ext cx="45720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80688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5. شناسایی داده‌های پرت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3EC0EC-9806-520B-E19B-258AAC400D32}"/>
              </a:ext>
            </a:extLst>
          </p:cNvPr>
          <p:cNvSpPr/>
          <p:nvPr/>
        </p:nvSpPr>
        <p:spPr>
          <a:xfrm>
            <a:off x="838199" y="1617562"/>
            <a:ext cx="10515599" cy="3622876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داده‌های پرت در اکسل، به دو روش قابل بررسی می‌باشند←رسم 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Box Plot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 و یا بررسی متغیر در 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Descriptive Statistics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 به کمک افزونه 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Xlstat</a:t>
            </a:r>
            <a:endParaRPr lang="fa-IR" sz="17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به طور کلی هر مقداری که خارج از بازه‌ی</a:t>
            </a:r>
            <a:b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</a:b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Q</a:t>
            </a:r>
            <a:r>
              <a:rPr lang="en-US" sz="1700" baseline="-25000" dirty="0">
                <a:solidFill>
                  <a:schemeClr val="tx1"/>
                </a:solidFill>
                <a:cs typeface="B Nazanin" panose="00000400000000000000" pitchFamily="2" charset="-78"/>
              </a:rPr>
              <a:t>3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+1.5IQR , Q</a:t>
            </a:r>
            <a:r>
              <a:rPr lang="en-US" sz="1700" baseline="-25000" dirty="0">
                <a:solidFill>
                  <a:schemeClr val="tx1"/>
                </a:solidFill>
                <a:cs typeface="B Nazanin" panose="00000400000000000000" pitchFamily="2" charset="-78"/>
              </a:rPr>
              <a:t>1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-1.5IQR</a:t>
            </a:r>
            <a:b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</a:b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(که در آن 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 IQR=Q</a:t>
            </a:r>
            <a:r>
              <a:rPr lang="en-US" sz="1700" baseline="-25000" dirty="0">
                <a:solidFill>
                  <a:schemeClr val="tx1"/>
                </a:solidFill>
                <a:cs typeface="B Nazanin" panose="00000400000000000000" pitchFamily="2" charset="-78"/>
              </a:rPr>
              <a:t>3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-Q</a:t>
            </a:r>
            <a:r>
              <a:rPr lang="en-US" sz="1700" baseline="-25000" dirty="0">
                <a:solidFill>
                  <a:schemeClr val="tx1"/>
                </a:solidFill>
                <a:cs typeface="B Nazanin" panose="00000400000000000000" pitchFamily="2" charset="-78"/>
              </a:rPr>
              <a:t>1</a:t>
            </a:r>
            <a:r>
              <a:rPr lang="fa-IR" sz="1700" baseline="-250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می‌باشد</a:t>
            </a:r>
            <a:r>
              <a:rPr lang="en-US" sz="1700" dirty="0">
                <a:solidFill>
                  <a:schemeClr val="tx1"/>
                </a:solidFill>
                <a:cs typeface="B Nazanin" panose="00000400000000000000" pitchFamily="2" charset="-78"/>
              </a:rPr>
              <a:t>(</a:t>
            </a: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 باشد، داده پرت محسوب می‌شود.</a:t>
            </a: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با این تفاسیر به هر دو روش داده‌های پرت را بررسی خواهیم کرد.</a:t>
            </a: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Å"/>
            </a:pPr>
            <a:r>
              <a:rPr lang="fa-IR" sz="1700" dirty="0">
                <a:solidFill>
                  <a:schemeClr val="tx1"/>
                </a:solidFill>
                <a:cs typeface="B Nazanin" panose="00000400000000000000" pitchFamily="2" charset="-78"/>
              </a:rPr>
              <a:t>ضمنا داده‌های کیفی، قابل بررسی در این بخش نیستند.</a:t>
            </a:r>
          </a:p>
        </p:txBody>
      </p:sp>
    </p:spTree>
    <p:extLst>
      <p:ext uri="{BB962C8B-B14F-4D97-AF65-F5344CB8AC3E}">
        <p14:creationId xmlns:p14="http://schemas.microsoft.com/office/powerpoint/2010/main" val="642807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23709-4458-2B84-6265-133F197C34CE}"/>
              </a:ext>
            </a:extLst>
          </p:cNvPr>
          <p:cNvSpPr txBox="1">
            <a:spLocks/>
          </p:cNvSpPr>
          <p:nvPr/>
        </p:nvSpPr>
        <p:spPr>
          <a:xfrm>
            <a:off x="838199" y="111967"/>
            <a:ext cx="10515600" cy="6810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5. شناسایی داده‌های پرت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5-1 </a:t>
            </a:r>
            <a:r>
              <a:rPr lang="en-US" sz="2200" b="1" dirty="0">
                <a:cs typeface="B Titr" panose="00000700000000000000" pitchFamily="2" charset="-78"/>
              </a:rPr>
              <a:t>Descriptive Statistics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C1E5B-E3E3-1CD3-4F6F-E87D24DE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98" y="1476363"/>
            <a:ext cx="8973802" cy="48107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5944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23709-4458-2B84-6265-133F197C34CE}"/>
              </a:ext>
            </a:extLst>
          </p:cNvPr>
          <p:cNvSpPr txBox="1">
            <a:spLocks/>
          </p:cNvSpPr>
          <p:nvPr/>
        </p:nvSpPr>
        <p:spPr>
          <a:xfrm>
            <a:off x="838199" y="111967"/>
            <a:ext cx="10515600" cy="6810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>
              <a:lnSpc>
                <a:spcPct val="10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5. شناسایی داده‌های پرت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5-2 </a:t>
            </a:r>
            <a:r>
              <a:rPr lang="en-US" sz="2200" b="1" dirty="0">
                <a:cs typeface="B Titr" panose="00000700000000000000" pitchFamily="2" charset="-78"/>
              </a:rPr>
              <a:t>Box Plot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2E5D20-28E7-5584-54B1-FD857795D7B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66716" y="4002833"/>
            <a:ext cx="3657600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7EE3B8-2EF3-EB0E-1A94-2836C88C6FF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80516" y="4002833"/>
            <a:ext cx="3657600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BA62A0-014B-33C0-3C10-386A87F55D0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4316" y="4002833"/>
            <a:ext cx="3657600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759EF5-511F-2ED2-E0F4-A006F61F878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166716" y="910964"/>
            <a:ext cx="3657600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79FAEC-74A7-2619-C87D-54A90035BA1A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280516" y="910964"/>
            <a:ext cx="3657600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EBC0D9-F726-4464-9CEA-79A889CB86A2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94316" y="910964"/>
            <a:ext cx="3657600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39077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5. شناسایی داده‌های پرت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FBA28BD-9EE6-A2D0-FA19-61FAC67AE1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5709501"/>
              </p:ext>
            </p:extLst>
          </p:nvPr>
        </p:nvGraphicFramePr>
        <p:xfrm>
          <a:off x="8824493" y="817912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C876270-EB35-FAC4-A27C-53A8202E0E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8095287"/>
              </p:ext>
            </p:extLst>
          </p:nvPr>
        </p:nvGraphicFramePr>
        <p:xfrm>
          <a:off x="186429" y="3931920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F0683A2-6B06-6A1D-9569-4AF74A25F7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097002"/>
              </p:ext>
            </p:extLst>
          </p:nvPr>
        </p:nvGraphicFramePr>
        <p:xfrm>
          <a:off x="4505461" y="3931920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53422F6-99C7-8554-9E68-D2A21353DB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9537017"/>
              </p:ext>
            </p:extLst>
          </p:nvPr>
        </p:nvGraphicFramePr>
        <p:xfrm>
          <a:off x="8824493" y="3931920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83E052F-CE93-21EB-9628-3318363DD3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5532694"/>
              </p:ext>
            </p:extLst>
          </p:nvPr>
        </p:nvGraphicFramePr>
        <p:xfrm>
          <a:off x="186429" y="817912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3E003DF-26AD-C9BE-5715-D04DB24CC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6956564"/>
              </p:ext>
            </p:extLst>
          </p:nvPr>
        </p:nvGraphicFramePr>
        <p:xfrm>
          <a:off x="4505461" y="817912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</p:spTree>
    <p:extLst>
      <p:ext uri="{BB962C8B-B14F-4D97-AF65-F5344CB8AC3E}">
        <p14:creationId xmlns:p14="http://schemas.microsoft.com/office/powerpoint/2010/main" val="4187548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30919"/>
            <a:ext cx="10515600" cy="681037"/>
          </a:xfrm>
        </p:spPr>
        <p:txBody>
          <a:bodyPr anchor="ctr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6. تست نرمال</a:t>
            </a:r>
            <a:br>
              <a:rPr lang="fa-IR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6-1 آزمون‌های تست نرمال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1E7863E-22EB-AEA9-BC8F-2A39C4847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9036175"/>
              </p:ext>
            </p:extLst>
          </p:nvPr>
        </p:nvGraphicFramePr>
        <p:xfrm>
          <a:off x="5643239" y="1684536"/>
          <a:ext cx="7013361" cy="4839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560F5EBD-279E-9327-BF2F-E1F7C3E8668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73263043"/>
                  </p:ext>
                </p:extLst>
              </p:nvPr>
            </p:nvGraphicFramePr>
            <p:xfrm>
              <a:off x="838201" y="1903683"/>
              <a:ext cx="5197383" cy="327586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Choice>
        <mc:Fallback xmlns="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560F5EBD-279E-9327-BF2F-E1F7C3E8668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73263043"/>
                  </p:ext>
                </p:extLst>
              </p:nvPr>
            </p:nvGraphicFramePr>
            <p:xfrm>
              <a:off x="838201" y="1903683"/>
              <a:ext cx="5197383" cy="327586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46499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30919"/>
            <a:ext cx="10515600" cy="681037"/>
          </a:xfrm>
        </p:spPr>
        <p:txBody>
          <a:bodyPr anchor="ctr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6. تست نرمال</a:t>
            </a:r>
            <a:br>
              <a:rPr lang="fa-IR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6-2 نمودارهای بصری تست نرمال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1E7863E-22EB-AEA9-BC8F-2A39C4847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5866534"/>
              </p:ext>
            </p:extLst>
          </p:nvPr>
        </p:nvGraphicFramePr>
        <p:xfrm>
          <a:off x="5643239" y="1684536"/>
          <a:ext cx="7013361" cy="4839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60F5EBD-279E-9327-BF2F-E1F7C3E866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7950135"/>
              </p:ext>
            </p:extLst>
          </p:nvPr>
        </p:nvGraphicFramePr>
        <p:xfrm>
          <a:off x="838201" y="1903683"/>
          <a:ext cx="5197383" cy="32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59636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463"/>
            <a:ext cx="10515600" cy="681037"/>
          </a:xfrm>
        </p:spPr>
        <p:txBody>
          <a:bodyPr anchor="ctr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6. تست نرمال</a:t>
            </a:r>
            <a:br>
              <a:rPr lang="fa-IR" sz="2900" b="1" u="sng" dirty="0">
                <a:cs typeface="B Titr" panose="00000700000000000000" pitchFamily="2" charset="-78"/>
              </a:rPr>
            </a:br>
            <a:r>
              <a:rPr lang="fa-IR" sz="2000" b="1" dirty="0">
                <a:cs typeface="B Titr" panose="00000700000000000000" pitchFamily="2" charset="-78"/>
              </a:rPr>
              <a:t>6-3 خروجی‌های اکسل(به کمک افزونه</a:t>
            </a:r>
            <a:r>
              <a:rPr lang="en-US" sz="2000" b="1" dirty="0">
                <a:cs typeface="B Titr" panose="00000700000000000000" pitchFamily="2" charset="-78"/>
              </a:rPr>
              <a:t>Xlstat</a:t>
            </a:r>
            <a:r>
              <a:rPr lang="fa-IR" sz="2000" b="1" dirty="0">
                <a:cs typeface="B Titr" panose="00000700000000000000" pitchFamily="2" charset="-78"/>
              </a:rPr>
              <a:t>)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727EC8-9967-D2F9-C13B-99A421F54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659" y="1142139"/>
            <a:ext cx="2286319" cy="5640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39FADB-7AED-64CB-49CF-4E95DB8B829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4823" y="1144237"/>
            <a:ext cx="1828800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9AB2AB-6762-2306-16E9-38192F9CBE3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4823" y="4953574"/>
            <a:ext cx="1828800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474F71-123F-CEC9-57E7-F268FF3A91AD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953511" y="4953574"/>
            <a:ext cx="1828800" cy="182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A799F0-9717-AAD9-DEBB-BE43674C1B92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953511" y="3048905"/>
            <a:ext cx="1828800" cy="1828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FBBC36-41D2-7BEE-8E59-70EF559CA10D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4823" y="3048905"/>
            <a:ext cx="1828800" cy="1828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6EB50D-5E73-110A-FA45-339383A9D713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1953511" y="1142139"/>
            <a:ext cx="1828800" cy="1828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510D1F7-CF9B-E9E5-4FA6-2638A5352CA6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4996753" y="1142139"/>
            <a:ext cx="1828800" cy="1828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F00D029-7867-C55B-864A-8E8C5F552DC8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933509" y="1142139"/>
            <a:ext cx="1828800" cy="18288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3BB2565-F5CC-47CC-EBDD-3880A8CB6C32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933509" y="3048905"/>
            <a:ext cx="1828800" cy="18288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10095D7-1923-8BBC-3FD0-51AD8751E419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5016405" y="3048905"/>
            <a:ext cx="1828800" cy="18288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EC8B6FB-E975-64EC-7286-BD7DD94C2C56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5016405" y="4953574"/>
            <a:ext cx="1828800" cy="1828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1EA9564-A7D1-275C-4EFC-8B6B724247D8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6933509" y="4953574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07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96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6. تست نرمال متغیرها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C876270-EB35-FAC4-A27C-53A8202E0E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246863"/>
              </p:ext>
            </p:extLst>
          </p:nvPr>
        </p:nvGraphicFramePr>
        <p:xfrm>
          <a:off x="186429" y="3931920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F0683A2-6B06-6A1D-9569-4AF74A25F7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065509"/>
              </p:ext>
            </p:extLst>
          </p:nvPr>
        </p:nvGraphicFramePr>
        <p:xfrm>
          <a:off x="4505461" y="3931920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53422F6-99C7-8554-9E68-D2A21353DB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9113531"/>
              </p:ext>
            </p:extLst>
          </p:nvPr>
        </p:nvGraphicFramePr>
        <p:xfrm>
          <a:off x="8824493" y="3931920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83E052F-CE93-21EB-9628-3318363DD3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3145070"/>
              </p:ext>
            </p:extLst>
          </p:nvPr>
        </p:nvGraphicFramePr>
        <p:xfrm>
          <a:off x="186429" y="817912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3E003DF-26AD-C9BE-5715-D04DB24CC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9433515"/>
              </p:ext>
            </p:extLst>
          </p:nvPr>
        </p:nvGraphicFramePr>
        <p:xfrm>
          <a:off x="4505461" y="817912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F03ADDA-5CF3-B321-926C-16107A89E5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8665974"/>
              </p:ext>
            </p:extLst>
          </p:nvPr>
        </p:nvGraphicFramePr>
        <p:xfrm>
          <a:off x="8824493" y="817912"/>
          <a:ext cx="3181076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</p:spTree>
    <p:extLst>
      <p:ext uri="{BB962C8B-B14F-4D97-AF65-F5344CB8AC3E}">
        <p14:creationId xmlns:p14="http://schemas.microsoft.com/office/powerpoint/2010/main" val="2058215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7402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CF5C8D1D-3D46-78C0-5165-9D01D5F492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1942651"/>
              </p:ext>
            </p:extLst>
          </p:nvPr>
        </p:nvGraphicFramePr>
        <p:xfrm>
          <a:off x="838199" y="681037"/>
          <a:ext cx="10515600" cy="6064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92E62EE9-01AC-2D45-D21C-4B198162E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219650"/>
              </p:ext>
            </p:extLst>
          </p:nvPr>
        </p:nvGraphicFramePr>
        <p:xfrm>
          <a:off x="1587499" y="3926633"/>
          <a:ext cx="90170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4762535" imgH="1310766" progId="Excel.Sheet.12">
                  <p:embed/>
                </p:oleObj>
              </mc:Choice>
              <mc:Fallback>
                <p:oleObj name="Worksheet" r:id="rId7" imgW="4762535" imgH="131076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7499" y="3926633"/>
                        <a:ext cx="9017000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3448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518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7-1 همبستگی بین متغیرهای کمی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86227EE-594F-9786-0BCA-760D8ED294A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8600" y="1483518"/>
            <a:ext cx="5486400" cy="2286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D98612-9F0A-8448-BCE4-DA7F7DB68D0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438600" y="4231482"/>
            <a:ext cx="5486400" cy="2286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6010ED-559B-4489-DDD0-2D84B101E4D7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1145"/>
          <a:stretch/>
        </p:blipFill>
        <p:spPr>
          <a:xfrm>
            <a:off x="267001" y="4231481"/>
            <a:ext cx="5486400" cy="22863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49EAD95-DBE6-E183-7FA2-DB682EE63EC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67001" y="1483518"/>
            <a:ext cx="5486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49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518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7-1 همبستگی بین متغیرهای کمی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C88CEF-6D51-AFB5-E075-1535FB2EF755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11947" r="14658"/>
          <a:stretch/>
        </p:blipFill>
        <p:spPr>
          <a:xfrm>
            <a:off x="838200" y="1420427"/>
            <a:ext cx="4873752" cy="510235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18AA64A-42AF-B264-3CB4-CDC4006CA8B7}"/>
              </a:ext>
            </a:extLst>
          </p:cNvPr>
          <p:cNvGrpSpPr/>
          <p:nvPr/>
        </p:nvGrpSpPr>
        <p:grpSpPr>
          <a:xfrm>
            <a:off x="6479959" y="1420427"/>
            <a:ext cx="4873841" cy="5097055"/>
            <a:chOff x="6400800" y="1420427"/>
            <a:chExt cx="4873841" cy="509705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2BCD415-5FF2-B4CB-A3B6-E279865DBF65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1514" t="927" r="1574" b="1456"/>
            <a:stretch/>
          </p:blipFill>
          <p:spPr>
            <a:xfrm>
              <a:off x="6400800" y="1420427"/>
              <a:ext cx="4873841" cy="4909352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9AE3A3-848F-9BD3-1260-0A972C938044}"/>
                </a:ext>
              </a:extLst>
            </p:cNvPr>
            <p:cNvSpPr/>
            <p:nvPr/>
          </p:nvSpPr>
          <p:spPr>
            <a:xfrm>
              <a:off x="6400800" y="6329779"/>
              <a:ext cx="4864608" cy="187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Scatter Plots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552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518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7-1 همبستگی بین متغیرهای کمی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EEB2B61-D8EE-EF18-1398-48D4649D9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313539"/>
              </p:ext>
            </p:extLst>
          </p:nvPr>
        </p:nvGraphicFramePr>
        <p:xfrm>
          <a:off x="193675" y="1200150"/>
          <a:ext cx="11804650" cy="531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589914" imgH="4419679" progId="Excel.Sheet.12">
                  <p:embed/>
                </p:oleObj>
              </mc:Choice>
              <mc:Fallback>
                <p:oleObj name="Worksheet" r:id="rId2" imgW="11589914" imgH="441967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3675" y="1200150"/>
                        <a:ext cx="11804650" cy="531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0641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518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7-2 همبستگی بین متغیرهای کمی و متغیر کیفی(دو-دویی)</a:t>
            </a:r>
            <a:r>
              <a:rPr lang="en-US" sz="2200" b="1" dirty="0">
                <a:cs typeface="B Titr" panose="00000700000000000000" pitchFamily="2" charset="-78"/>
              </a:rPr>
              <a:t>Gender-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C58B5-8CBE-BBB9-FD40-22E9789F9B8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087634"/>
            <a:ext cx="3657600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05E4B3-1F99-E30A-EEDD-5E325B70BC6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64660" y="3027167"/>
            <a:ext cx="365760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BFA85D-B7AA-9AFE-0677-2EEF7C65648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097520" y="3027167"/>
            <a:ext cx="3657600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DB5F92-371C-5AB3-A39F-85010D89931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264660" y="1087634"/>
            <a:ext cx="3657600" cy="1828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CAF9DB-5B91-608D-3753-30CABE8B4CA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264660" y="4943470"/>
            <a:ext cx="3657600" cy="1828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B2C77C-1F59-1800-73E2-F3D19A7BA10F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31800" y="3015552"/>
            <a:ext cx="3657600" cy="1828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1AD416-AF1D-F560-F9B0-160F239A55E0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097520" y="1110863"/>
            <a:ext cx="3657600" cy="1828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4F6539A-DF6E-EA51-57CE-451E837571CC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011920" y="4943470"/>
            <a:ext cx="1828800" cy="1828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01F5B51-8D46-BBF8-0243-F6D993E9A00C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431800" y="4943470"/>
            <a:ext cx="36576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04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518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7-2 همبستگی بین متغیرهای کمی و متغیر کیفی(دو-دویی)</a:t>
            </a:r>
            <a:r>
              <a:rPr lang="en-US" sz="2200" b="1" dirty="0">
                <a:cs typeface="B Titr" panose="00000700000000000000" pitchFamily="2" charset="-78"/>
              </a:rPr>
              <a:t>Minority-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E357C3-7287-0FE4-24B4-A87CE54EBFA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660" y="4041612"/>
            <a:ext cx="594360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48356-0C08-E342-8794-FAC720E3FF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59741" y="4041612"/>
            <a:ext cx="5943600" cy="274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E24FDD-0521-B36B-8FD2-A697E6B1DDB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8660" y="1159983"/>
            <a:ext cx="3931920" cy="274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CD2781-6F6C-138C-CDDE-6926F9F9CE9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142503" y="1159983"/>
            <a:ext cx="3931920" cy="2743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2EF9B6-2A44-83D1-4D3C-48013282F84D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196346" y="1159983"/>
            <a:ext cx="393192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85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518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40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7-2 همبستگی بین متغیرهای کمی و متغیرهای کیفی(دو-دویی)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EEB2B61-D8EE-EF18-1398-48D4649D9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955449"/>
              </p:ext>
            </p:extLst>
          </p:nvPr>
        </p:nvGraphicFramePr>
        <p:xfrm>
          <a:off x="2411436" y="1254930"/>
          <a:ext cx="9393237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27785" imgH="2179352" progId="Excel.Sheet.12">
                  <p:embed/>
                </p:oleObj>
              </mc:Choice>
              <mc:Fallback>
                <p:oleObj name="Worksheet" r:id="rId2" imgW="9227785" imgH="2179352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EEB2B61-D8EE-EF18-1398-48D4649D9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11436" y="1254930"/>
                        <a:ext cx="9393237" cy="2622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ED2ADF8-8218-6F36-F5DF-D5A48320FC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213007"/>
              </p:ext>
            </p:extLst>
          </p:nvPr>
        </p:nvGraphicFramePr>
        <p:xfrm>
          <a:off x="2411436" y="4110855"/>
          <a:ext cx="9393237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227785" imgH="2179352" progId="Excel.Sheet.12">
                  <p:embed/>
                </p:oleObj>
              </mc:Choice>
              <mc:Fallback>
                <p:oleObj name="Worksheet" r:id="rId4" imgW="9227785" imgH="2179352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EEB2B61-D8EE-EF18-1398-48D4649D9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1436" y="4110855"/>
                        <a:ext cx="9393237" cy="2622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7E443D-2FDE-774A-4870-51D0C8B59C3E}"/>
              </a:ext>
            </a:extLst>
          </p:cNvPr>
          <p:cNvSpPr/>
          <p:nvPr/>
        </p:nvSpPr>
        <p:spPr>
          <a:xfrm>
            <a:off x="387327" y="2187085"/>
            <a:ext cx="1796580" cy="3583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 rtl="1">
              <a:buFont typeface="Wingdings" panose="05000000000000000000" pitchFamily="2" charset="2"/>
              <a:buChar char="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تفاوت جنسیتی در تجربه کاری قبلی، تحصیلات و حقوق به طور معناداری وجود دارد.</a:t>
            </a:r>
          </a:p>
          <a:p>
            <a:pPr marL="285750" indent="-285750" algn="r" rtl="1">
              <a:buFont typeface="Wingdings" panose="05000000000000000000" pitchFamily="2" charset="2"/>
              <a:buChar char="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اقلیت‌ها در بیشتر شاخص‌ها در وضعیت پایین‌تری هستند.</a:t>
            </a:r>
            <a:endParaRPr lang="en-US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9624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518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7-3 همبستگی بین متغیرهای کمی و متغیرهای کیفی(چند سطحی)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8151F-834B-DC6B-CF26-BBB62F5D94C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216908" y="3895282"/>
            <a:ext cx="3758184" cy="2843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ECEB14-344F-6B5E-B32E-E57575C06CA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18613" y="1436910"/>
            <a:ext cx="2743200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8A02A1-D1B2-226F-ABBF-9A823B6E8F8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211959" y="1436910"/>
            <a:ext cx="274320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ED2913-6087-883C-383C-7E6805C5A25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205306" y="1436910"/>
            <a:ext cx="2743200" cy="2286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BBE955-0D06-043B-0040-7E7A1CCA95C5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230187" y="1436910"/>
            <a:ext cx="2743200" cy="2286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E85CEC-0F7F-8DC3-0AF4-5860AC08C747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18613" y="3895283"/>
            <a:ext cx="3749040" cy="28437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71ED50-D175-5AFC-1964-A76F9E8AC2C6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224347" y="3895283"/>
            <a:ext cx="3749040" cy="284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765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68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40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7-3 همبستگی بین متغیرهای کمی و متغیرهای کیفی(چند سطحی)</a:t>
            </a: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EEB2B61-D8EE-EF18-1398-48D4649D9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320620"/>
              </p:ext>
            </p:extLst>
          </p:nvPr>
        </p:nvGraphicFramePr>
        <p:xfrm>
          <a:off x="1399381" y="1432484"/>
          <a:ext cx="9393237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27785" imgH="2179352" progId="Excel.Sheet.12">
                  <p:embed/>
                </p:oleObj>
              </mc:Choice>
              <mc:Fallback>
                <p:oleObj name="Worksheet" r:id="rId2" imgW="9227785" imgH="2179352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EEB2B61-D8EE-EF18-1398-48D4649D9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99381" y="1432484"/>
                        <a:ext cx="9393237" cy="2622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7E443D-2FDE-774A-4870-51D0C8B59C3E}"/>
              </a:ext>
            </a:extLst>
          </p:cNvPr>
          <p:cNvSpPr/>
          <p:nvPr/>
        </p:nvSpPr>
        <p:spPr>
          <a:xfrm>
            <a:off x="6671241" y="4188984"/>
            <a:ext cx="2802715" cy="255232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 rtl="1">
              <a:lnSpc>
                <a:spcPct val="150000"/>
              </a:lnSpc>
              <a:buFont typeface="Wingdings" panose="05000000000000000000" pitchFamily="2" charset="2"/>
              <a:buChar char=""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عوامل تاثیرگذار بر حقوق:</a:t>
            </a:r>
            <a:b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</a:b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1. 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SalBegin</a:t>
            </a:r>
            <a:b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</a:b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2. 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JobCat</a:t>
            </a:r>
            <a:b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</a:b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3. 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Educ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F3A3AD-E543-0281-6A85-DC89B44E92DB}"/>
              </a:ext>
            </a:extLst>
          </p:cNvPr>
          <p:cNvSpPr/>
          <p:nvPr/>
        </p:nvSpPr>
        <p:spPr>
          <a:xfrm>
            <a:off x="2718044" y="4188983"/>
            <a:ext cx="2802715" cy="255232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3464" indent="-283464" algn="ctr" rtl="1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Wingdings" panose="05000000000000000000" pitchFamily="2" charset="2"/>
              <a:buChar char="Å"/>
            </a:pPr>
            <a:r>
              <a:rPr lang="fa-IR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B Nazanin" panose="00000400000000000000" pitchFamily="2" charset="-78"/>
              </a:rPr>
              <a:t>عوامل</a:t>
            </a:r>
            <a:r>
              <a:rPr lang="fa-IR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fa-IR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B Nazanin" panose="00000400000000000000" pitchFamily="2" charset="-78"/>
              </a:rPr>
              <a:t>تبعیض‌آمیز کیفی:</a:t>
            </a:r>
            <a:br>
              <a:rPr lang="fa-IR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B Nazanin" panose="00000400000000000000" pitchFamily="2" charset="-78"/>
              </a:rPr>
            </a:br>
            <a:r>
              <a:rPr lang="fa-IR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B Nazanin" panose="00000400000000000000" pitchFamily="2" charset="-78"/>
              </a:rPr>
              <a:t>1.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B Nazanin" panose="00000400000000000000" pitchFamily="2" charset="-78"/>
              </a:rPr>
              <a:t>Gender</a:t>
            </a:r>
            <a:br>
              <a:rPr lang="fa-I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a-IR" dirty="0">
                <a:solidFill>
                  <a:srgbClr val="000000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2.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B Nazanin" panose="00000400000000000000" pitchFamily="2" charset="-78"/>
              </a:rPr>
              <a:t>Minority</a:t>
            </a:r>
            <a:endParaRPr lang="en-US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49784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518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7-4 همبستگی بین متغیرهای کیفی</a:t>
            </a:r>
            <a:br>
              <a:rPr lang="en-US" sz="2900" b="1" u="sng" dirty="0">
                <a:cs typeface="B Titr" panose="00000700000000000000" pitchFamily="2" charset="-78"/>
              </a:rPr>
            </a:b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71681-9511-D8F5-66F8-323BF516E8D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393" y="1210759"/>
            <a:ext cx="5943600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4ED0C5-ADC1-A36B-F852-5C6DDECD50B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60009" y="1210759"/>
            <a:ext cx="594360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20A632-7D74-AC01-D074-92C3B7E5E9D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115056" y="4017027"/>
            <a:ext cx="6400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360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68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7. بررسی همبستگی بین متغیر‌ها</a:t>
            </a:r>
            <a:br>
              <a:rPr lang="en-US" sz="2900" b="1" u="sng" dirty="0">
                <a:cs typeface="B Titr" panose="00000700000000000000" pitchFamily="2" charset="-78"/>
              </a:rPr>
            </a:br>
            <a:r>
              <a:rPr lang="fa-IR" sz="2200" b="1" dirty="0">
                <a:cs typeface="B Titr" panose="00000700000000000000" pitchFamily="2" charset="-78"/>
              </a:rPr>
              <a:t>7-4 همبستگی بین متغیرهای کیفی</a:t>
            </a: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EEB2B61-D8EE-EF18-1398-48D4649D9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501998"/>
              </p:ext>
            </p:extLst>
          </p:nvPr>
        </p:nvGraphicFramePr>
        <p:xfrm>
          <a:off x="1081879" y="1431035"/>
          <a:ext cx="10028237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593545" imgH="1356392" progId="Excel.Sheet.12">
                  <p:embed/>
                </p:oleObj>
              </mc:Choice>
              <mc:Fallback>
                <p:oleObj name="Worksheet" r:id="rId2" imgW="9593545" imgH="1356392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EEB2B61-D8EE-EF18-1398-48D4649D9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1879" y="1431035"/>
                        <a:ext cx="10028237" cy="1633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48A1622-CB1A-4391-80C8-AC5A9252DA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919674"/>
              </p:ext>
            </p:extLst>
          </p:nvPr>
        </p:nvGraphicFramePr>
        <p:xfrm>
          <a:off x="1081879" y="3269405"/>
          <a:ext cx="10028237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593545" imgH="1356392" progId="Excel.Sheet.12">
                  <p:embed/>
                </p:oleObj>
              </mc:Choice>
              <mc:Fallback>
                <p:oleObj name="Worksheet" r:id="rId4" imgW="9593545" imgH="1356392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EEB2B61-D8EE-EF18-1398-48D4649D9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1879" y="3269405"/>
                        <a:ext cx="10028237" cy="1633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77502CF-3DC8-6163-9866-3526D3ADBE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389656"/>
              </p:ext>
            </p:extLst>
          </p:nvPr>
        </p:nvGraphicFramePr>
        <p:xfrm>
          <a:off x="1081879" y="5107775"/>
          <a:ext cx="10028237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9593545" imgH="1356392" progId="Excel.Sheet.12">
                  <p:embed/>
                </p:oleObj>
              </mc:Choice>
              <mc:Fallback>
                <p:oleObj name="Worksheet" r:id="rId6" imgW="9593545" imgH="1356392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EEB2B61-D8EE-EF18-1398-48D4649D9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81879" y="5107775"/>
                        <a:ext cx="10028237" cy="1633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5111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-114132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8. مدل رگرسیونی</a:t>
            </a: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E3E01D8-556A-E704-8406-69BD5B6C50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480499"/>
              </p:ext>
            </p:extLst>
          </p:nvPr>
        </p:nvGraphicFramePr>
        <p:xfrm>
          <a:off x="838197" y="724526"/>
          <a:ext cx="10515600" cy="6133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34194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58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8. مدل رگرسیونی</a:t>
            </a:r>
            <a:br>
              <a:rPr lang="fa-IR" sz="2900" b="1" u="sng" dirty="0">
                <a:cs typeface="B Titr" panose="00000700000000000000" pitchFamily="2" charset="-78"/>
              </a:rPr>
            </a:br>
            <a:r>
              <a:rPr lang="fa-IR" sz="2000" b="1" dirty="0">
                <a:cs typeface="B Titr" panose="00000700000000000000" pitchFamily="2" charset="-78"/>
              </a:rPr>
              <a:t>8-1 خروجی‌های </a:t>
            </a:r>
            <a:r>
              <a:rPr lang="en-US" sz="2000" b="1" dirty="0">
                <a:cs typeface="B Titr" panose="00000700000000000000" pitchFamily="2" charset="-78"/>
              </a:rPr>
              <a:t> Excel</a:t>
            </a:r>
            <a:r>
              <a:rPr lang="fa-IR" sz="2000" b="1" dirty="0">
                <a:cs typeface="B Titr" panose="00000700000000000000" pitchFamily="2" charset="-78"/>
              </a:rPr>
              <a:t> در </a:t>
            </a:r>
            <a:r>
              <a:rPr lang="en-US" sz="2000" b="1" dirty="0">
                <a:cs typeface="B Titr" panose="00000700000000000000" pitchFamily="2" charset="-78"/>
              </a:rPr>
              <a:t>Quantile=0.25</a:t>
            </a: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C8E812-529A-0153-CC46-F3B4F92E3C2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56512" y="1174724"/>
            <a:ext cx="566928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38FCC3-84DB-EAB5-51EF-7A0FEF8A04D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208" y="4017146"/>
            <a:ext cx="5669280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D188D6-8F0E-7737-9266-4536D4D0298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56512" y="4017146"/>
            <a:ext cx="5669280" cy="27432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5182C0-BEC3-8A30-105F-47EBF6703A44}"/>
              </a:ext>
            </a:extLst>
          </p:cNvPr>
          <p:cNvSpPr/>
          <p:nvPr/>
        </p:nvSpPr>
        <p:spPr>
          <a:xfrm>
            <a:off x="266208" y="1557899"/>
            <a:ext cx="5669280" cy="19768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200000"/>
              </a:lnSpc>
              <a:buSzPts val="1800"/>
            </a:pPr>
            <a:r>
              <a:rPr lang="fa-IR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  <a:t>معادله رگرسیونی در این 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  <a:t>Quartile</a:t>
            </a:r>
            <a:r>
              <a:rPr lang="fa-IR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  <a:t>:</a:t>
            </a:r>
            <a:br>
              <a:rPr lang="fa-IR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</a:br>
            <a:r>
              <a:rPr lang="en-US" sz="1200" b="0" i="0" u="none" kern="1200" dirty="0"/>
              <a:t>salary = 13186.3180251338+1232.04721743623*gender+422.548325535277*educ-9585.27918000644*jobcat  D-1-2694.47488303979*jobcat D-2+1.16692317163242*salbegin-14.9547525240052*prevexp-454.640174832507*minority</a:t>
            </a:r>
            <a:endParaRPr lang="en-US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581110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58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8. مدل رگرسیونی</a:t>
            </a:r>
            <a:br>
              <a:rPr lang="fa-IR" sz="2900" b="1" u="sng" dirty="0">
                <a:cs typeface="B Titr" panose="00000700000000000000" pitchFamily="2" charset="-78"/>
              </a:rPr>
            </a:br>
            <a:r>
              <a:rPr lang="fa-IR" sz="2000" b="1" dirty="0">
                <a:cs typeface="B Titr" panose="00000700000000000000" pitchFamily="2" charset="-78"/>
              </a:rPr>
              <a:t>8-1 خروجی‌های </a:t>
            </a:r>
            <a:r>
              <a:rPr lang="en-US" sz="2000" b="1" dirty="0">
                <a:cs typeface="B Titr" panose="00000700000000000000" pitchFamily="2" charset="-78"/>
              </a:rPr>
              <a:t> Excel</a:t>
            </a:r>
            <a:r>
              <a:rPr lang="fa-IR" sz="2000" b="1" dirty="0">
                <a:cs typeface="B Titr" panose="00000700000000000000" pitchFamily="2" charset="-78"/>
              </a:rPr>
              <a:t> در </a:t>
            </a:r>
            <a:r>
              <a:rPr lang="en-US" sz="2000" b="1" dirty="0">
                <a:cs typeface="B Titr" panose="00000700000000000000" pitchFamily="2" charset="-78"/>
              </a:rPr>
              <a:t>Quantile=0.5</a:t>
            </a: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FB0924-283F-A5CC-158E-23FEE22BA3B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12437" y="1158063"/>
            <a:ext cx="5669280" cy="274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13F9A5-FD8F-1B97-51A7-EC181C64C9B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0285" y="3986397"/>
            <a:ext cx="5669280" cy="27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0E1E9F-05C3-BD09-3024-54734AC1EC8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12437" y="3986397"/>
            <a:ext cx="5669280" cy="27432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FFB006-507C-756B-05D3-C6CB2CC4D433}"/>
              </a:ext>
            </a:extLst>
          </p:cNvPr>
          <p:cNvSpPr/>
          <p:nvPr/>
        </p:nvSpPr>
        <p:spPr>
          <a:xfrm>
            <a:off x="310285" y="1541239"/>
            <a:ext cx="5669280" cy="19768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200000"/>
              </a:lnSpc>
              <a:buSzPts val="1800"/>
            </a:pPr>
            <a:r>
              <a:rPr lang="fa-IR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  <a:t>معادله رگرسیونی در این 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  <a:t>Quartile</a:t>
            </a:r>
            <a:r>
              <a:rPr lang="fa-IR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  <a:t>:</a:t>
            </a:r>
            <a:br>
              <a:rPr lang="fa-IR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</a:br>
            <a:r>
              <a:rPr lang="en-US" sz="1200" b="0" i="0" u="none" kern="1200" dirty="0"/>
              <a:t>salary = 11294.9477351875+1301.45180023161*gender+421.60278745641*educ-9007.25900115911*jobcat  D-1-3089.31475028475*jobcat D-2+1.43863724351569*salbegin-14.4018583043043*prevexp-763.704994191034*minority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204466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58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8. مدل رگرسیونی</a:t>
            </a:r>
            <a:br>
              <a:rPr lang="fa-IR" sz="2900" b="1" u="sng" dirty="0">
                <a:cs typeface="B Titr" panose="00000700000000000000" pitchFamily="2" charset="-78"/>
              </a:rPr>
            </a:br>
            <a:r>
              <a:rPr lang="fa-IR" sz="2000" b="1" dirty="0">
                <a:cs typeface="B Titr" panose="00000700000000000000" pitchFamily="2" charset="-78"/>
              </a:rPr>
              <a:t>8-1 خروجی‌های </a:t>
            </a:r>
            <a:r>
              <a:rPr lang="en-US" sz="2000" b="1" dirty="0">
                <a:cs typeface="B Titr" panose="00000700000000000000" pitchFamily="2" charset="-78"/>
              </a:rPr>
              <a:t> Excel</a:t>
            </a:r>
            <a:r>
              <a:rPr lang="fa-IR" sz="2000" b="1" dirty="0">
                <a:cs typeface="B Titr" panose="00000700000000000000" pitchFamily="2" charset="-78"/>
              </a:rPr>
              <a:t> در </a:t>
            </a:r>
            <a:r>
              <a:rPr lang="en-US" sz="2000" b="1" dirty="0">
                <a:cs typeface="B Titr" panose="00000700000000000000" pitchFamily="2" charset="-78"/>
              </a:rPr>
              <a:t>Quantile=0.75</a:t>
            </a:r>
            <a:endParaRPr lang="en-US" sz="2200" b="1" dirty="0">
              <a:cs typeface="B Titr" panose="000007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D7053-9392-165D-FEF4-26EE9BEC25A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56825" y="1171380"/>
            <a:ext cx="5669280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96E759-DF05-36E6-9D64-632FE0AAB98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9816" y="4013029"/>
            <a:ext cx="566928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C96209-0BCB-6A2D-FBA1-CCA995D59C9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56825" y="4013029"/>
            <a:ext cx="5669280" cy="27432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FE1DBE2-8E41-413E-732D-231FD9C6ECFF}"/>
              </a:ext>
            </a:extLst>
          </p:cNvPr>
          <p:cNvSpPr/>
          <p:nvPr/>
        </p:nvSpPr>
        <p:spPr>
          <a:xfrm>
            <a:off x="265895" y="1554555"/>
            <a:ext cx="5669280" cy="19768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lnSpc>
                <a:spcPct val="200000"/>
              </a:lnSpc>
              <a:buSzPts val="1800"/>
            </a:pPr>
            <a:r>
              <a:rPr lang="fa-IR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  <a:t>معادله رگرسیونی در این 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  <a:t>Quartile</a:t>
            </a:r>
            <a:r>
              <a:rPr lang="fa-IR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  <a:t>:</a:t>
            </a:r>
            <a:br>
              <a:rPr lang="fa-IR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B Nazanin" panose="00000400000000000000" pitchFamily="2" charset="-78"/>
              </a:rPr>
            </a:br>
            <a:r>
              <a:rPr lang="en-US" sz="1200" b="0" i="0" u="none" kern="1200" dirty="0"/>
              <a:t>salary = 19535.6093215265+2507.05245153592*gender+639.356470924899*educ-15247.544184717*jobcat  D-1-8667.83779930172*jobcat D-2+1.30252280501754*salbegin-16.9156214367552*prevexp-1558.54618015758*minority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67991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7739-139F-B5C2-5356-E801375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587"/>
            <a:ext cx="10515600" cy="681037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900" b="1" u="sng" dirty="0">
                <a:cs typeface="B Titr" panose="00000700000000000000" pitchFamily="2" charset="-78"/>
              </a:rPr>
              <a:t>8. مدل رگرسیونی</a:t>
            </a:r>
            <a:br>
              <a:rPr lang="fa-IR" sz="2900" b="1" u="sng" dirty="0">
                <a:cs typeface="B Titr" panose="00000700000000000000" pitchFamily="2" charset="-78"/>
              </a:rPr>
            </a:br>
            <a:r>
              <a:rPr lang="fa-IR" sz="2000" b="1" dirty="0">
                <a:cs typeface="B Titr" panose="00000700000000000000" pitchFamily="2" charset="-78"/>
              </a:rPr>
              <a:t>8-2 بررسی و ارزیابی نتایج مدل</a:t>
            </a:r>
            <a:endParaRPr lang="en-US" sz="2200" b="1" dirty="0">
              <a:cs typeface="B Titr" panose="00000700000000000000" pitchFamily="2" charset="-78"/>
            </a:endParaRP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4A819A66-5833-4222-5C22-14A708F06C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4724192"/>
              </p:ext>
            </p:extLst>
          </p:nvPr>
        </p:nvGraphicFramePr>
        <p:xfrm>
          <a:off x="838200" y="699753"/>
          <a:ext cx="10515600" cy="4026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B50203-49DA-7A09-2C49-F8ECF3BAE8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129946"/>
              </p:ext>
            </p:extLst>
          </p:nvPr>
        </p:nvGraphicFramePr>
        <p:xfrm>
          <a:off x="838200" y="3941048"/>
          <a:ext cx="10515600" cy="251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2260615" imgH="2499155" progId="Excel.Sheet.12">
                  <p:embed/>
                </p:oleObj>
              </mc:Choice>
              <mc:Fallback>
                <p:oleObj name="Worksheet" r:id="rId7" imgW="12260615" imgH="2499155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EEB2B61-D8EE-EF18-1398-48D4649D9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8200" y="3941048"/>
                        <a:ext cx="10515600" cy="2513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383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7091</TotalTime>
  <Words>3546</Words>
  <Application>Microsoft Office PowerPoint</Application>
  <PresentationFormat>Widescreen</PresentationFormat>
  <Paragraphs>224</Paragraphs>
  <Slides>48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Abadi</vt:lpstr>
      <vt:lpstr>Arial</vt:lpstr>
      <vt:lpstr>B Nazanin</vt:lpstr>
      <vt:lpstr>B Titr</vt:lpstr>
      <vt:lpstr>Calibri</vt:lpstr>
      <vt:lpstr>Calibri Light</vt:lpstr>
      <vt:lpstr>Cambria Math</vt:lpstr>
      <vt:lpstr>Wingdings</vt:lpstr>
      <vt:lpstr>Office Theme</vt:lpstr>
      <vt:lpstr>Worksheet</vt:lpstr>
      <vt:lpstr>به نام خدا تمرین سوم و پروژه نهایی دوره آمار (Karmand Excel File) دانشجو: علی انصاری</vt:lpstr>
      <vt:lpstr>شرح پروژه: در این پروژه قصد داریم عملیات‌های ذیل را در بستر Excel و به کمک افزونه Xlstat بر روی دیتاست Karmand_1 انجام دهیم. </vt:lpstr>
      <vt:lpstr>شرح دیتاست: دیتاست Karmand_1 متشکل از 10 فیلد می‌باشد. برای تعریف و پیشبرد بهتر مسئله فرمت هر فیلد را در صورت لزوم باز تعریف کرده‌ایم. به عنوان مثال bDate از فرمت Custom به فرمت Date بازتعریف شده است.   </vt:lpstr>
      <vt:lpstr>PowerPoint Presentation</vt:lpstr>
      <vt:lpstr>1. بررسی نوع متغیرها</vt:lpstr>
      <vt:lpstr>2. آمار توصیفی 2-1 آمار توصیفی متغیرهای کمی</vt:lpstr>
      <vt:lpstr>PowerPoint Presentation</vt:lpstr>
      <vt:lpstr>2. آمار توصیفی 2-2 آمار توصیفی متغیرهای کیفی</vt:lpstr>
      <vt:lpstr>PowerPoint Presentation</vt:lpstr>
      <vt:lpstr>3. تابع چندک 3-1 فیلد Age</vt:lpstr>
      <vt:lpstr>3. تابع چندک 3-2 فیلد Educ</vt:lpstr>
      <vt:lpstr>3. تابع چندک 3-3 فیلد Salary</vt:lpstr>
      <vt:lpstr>3. تابع چندک 3-4 فیلد Salbegin</vt:lpstr>
      <vt:lpstr>3. تابع چندک 3-5 فیلد Jobtime</vt:lpstr>
      <vt:lpstr>3. تابع چندک 3-6 فیلد PrevexP</vt:lpstr>
      <vt:lpstr>4. نمودارها 4-1 فیلد Gender</vt:lpstr>
      <vt:lpstr>4. نمودارها 4-2 فیلد Age</vt:lpstr>
      <vt:lpstr>4. نمودارها 4-3 فیلد Educ</vt:lpstr>
      <vt:lpstr>4. نمودارها 4-4 فیلد JobCat</vt:lpstr>
      <vt:lpstr>4. نمودارها 4-5 فیلد Salary</vt:lpstr>
      <vt:lpstr>4. نمودارها 4-6 فیلد Salbegin</vt:lpstr>
      <vt:lpstr>4. نمودارها 4-7 فیلد JobTime</vt:lpstr>
      <vt:lpstr>4. نمودارها 4-8 فیلد PrevexP</vt:lpstr>
      <vt:lpstr>4. نمودارها 4-9 فیلد Minority</vt:lpstr>
      <vt:lpstr>5. شناسایی داده‌های پرت </vt:lpstr>
      <vt:lpstr>PowerPoint Presentation</vt:lpstr>
      <vt:lpstr>PowerPoint Presentation</vt:lpstr>
      <vt:lpstr>5. شناسایی داده‌های پرت </vt:lpstr>
      <vt:lpstr>6. تست نرمال 6-1 آزمون‌های تست نرمال </vt:lpstr>
      <vt:lpstr>6. تست نرمال 6-2 نمودارهای بصری تست نرمال </vt:lpstr>
      <vt:lpstr>6. تست نرمال 6-3 خروجی‌های اکسل(به کمک افزونهXlstat) </vt:lpstr>
      <vt:lpstr>6. تست نرمال متغیرها </vt:lpstr>
      <vt:lpstr>7. بررسی همبستگی بین متغیر‌ها </vt:lpstr>
      <vt:lpstr>7. بررسی همبستگی بین متغیر‌ها 7-1 همبستگی بین متغیرهای کمی </vt:lpstr>
      <vt:lpstr>7. بررسی همبستگی بین متغیر‌ها 7-1 همبستگی بین متغیرهای کمی </vt:lpstr>
      <vt:lpstr>7. بررسی همبستگی بین متغیر‌ها 7-1 همبستگی بین متغیرهای کمی </vt:lpstr>
      <vt:lpstr>7. بررسی همبستگی بین متغیر‌ها 7-2 همبستگی بین متغیرهای کمی و متغیر کیفی(دو-دویی)Gender- </vt:lpstr>
      <vt:lpstr>7. بررسی همبستگی بین متغیر‌ها 7-2 همبستگی بین متغیرهای کمی و متغیر کیفی(دو-دویی)Minority- </vt:lpstr>
      <vt:lpstr>7. بررسی همبستگی بین متغیر‌ها 7-2 همبستگی بین متغیرهای کمی و متغیرهای کیفی(دو-دویی) </vt:lpstr>
      <vt:lpstr>7. بررسی همبستگی بین متغیر‌ها 7-3 همبستگی بین متغیرهای کمی و متغیرهای کیفی(چند سطحی) </vt:lpstr>
      <vt:lpstr>7. بررسی همبستگی بین متغیر‌ها 7-3 همبستگی بین متغیرهای کمی و متغیرهای کیفی(چند سطحی)</vt:lpstr>
      <vt:lpstr>7. بررسی همبستگی بین متغیر‌ها 7-4 همبستگی بین متغیرهای کیفی </vt:lpstr>
      <vt:lpstr>7. بررسی همبستگی بین متغیر‌ها 7-4 همبستگی بین متغیرهای کیفی</vt:lpstr>
      <vt:lpstr>8. مدل رگرسیونی</vt:lpstr>
      <vt:lpstr>8. مدل رگرسیونی 8-1 خروجی‌های  Excel در Quantile=0.25</vt:lpstr>
      <vt:lpstr>8. مدل رگرسیونی 8-1 خروجی‌های  Excel در Quantile=0.5</vt:lpstr>
      <vt:lpstr>8. مدل رگرسیونی 8-1 خروجی‌های  Excel در Quantile=0.75</vt:lpstr>
      <vt:lpstr>8. مدل رگرسیونی 8-2 بررسی و ارزیابی نتایج مدل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Ansari</dc:creator>
  <cp:lastModifiedBy>Ali Ansari</cp:lastModifiedBy>
  <cp:revision>49</cp:revision>
  <dcterms:created xsi:type="dcterms:W3CDTF">2025-10-09T07:47:11Z</dcterms:created>
  <dcterms:modified xsi:type="dcterms:W3CDTF">2025-10-30T17:49:01Z</dcterms:modified>
</cp:coreProperties>
</file>